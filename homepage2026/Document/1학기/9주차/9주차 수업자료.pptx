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2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827A3-46B8-4B39-BA91-DB0A61F39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01E4CC-D042-4C74-B54E-F83EB477A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1B216-D194-44A2-B0D7-6CA0DDA0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88FC0-CE33-42BA-917E-604ADB64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0B751A-1F40-4EA5-A202-D5C9F517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90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8DF99-1F06-4E22-9A5F-B1714467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3305D-C2C6-40C6-BFAE-B9E582852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1C3BB-62D6-4996-9AC9-D189BA61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75F2-DABE-4CCD-A5AD-46162FAD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CF931-01B5-4A2C-8B09-5CF2E8C1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2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A9426-65A2-4900-8990-E97634B1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C2BE9D-6028-41A2-AF02-F973A5EB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F85CC-78DA-436E-9922-FE080ADA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0F6C4-6712-4517-ADCA-D1872AEFB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2A118-48EF-4AAE-89D3-300AF33C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47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08B45-E47B-4FA8-8DCD-C88D1A40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FD435-2456-425B-9C80-C852C88F0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6F69E7-215C-41ED-AA7D-D7479F6D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838010-E7A1-48A3-B63D-D9C9E252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2BAAAC-5678-4C64-82A9-E4E4996D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3D76DC-C04D-4EA4-8AF4-C4183C5A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98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B1966-134E-4F56-A3F1-5ABC5627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83B9F7-7971-42C7-AE7D-BE6073FE6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848D5-2B6F-4EF5-BC66-F8795CE1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E0536E-51A8-4F13-9439-88494FB78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7C80D3-735A-456E-B4E7-840C90DD4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46BB32-90FA-4329-944D-AC4E3C4E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BAA552-620D-4703-BE4C-93102558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146F76-4068-4E54-B7EC-A645751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13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878C5-B0B8-406B-84FF-91919C1E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6B6181-4370-4457-979E-FA9FBC66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DEB2AC-8C2D-49D2-A8A2-063078F2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EEDC0D-D5D8-410A-B44E-CE89C9D0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1E76A5-B244-4D0B-9D93-42271AAB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73A6E3-40DB-422E-B234-188FB5B0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E9C80-56E9-41F6-B805-3D07E5E4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63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91874-8CFF-484D-89D8-F96BF5F3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D275F-93FC-4953-97C2-3425132F5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D0687E-9FCA-447C-8F60-2C7449E7E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737EEF-E97C-4A2F-B39F-D178C8EA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396D2D-E3F9-4F7F-9980-902F7E98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FC6F9-45F2-45C9-ABAA-84231DB5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26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295EF-F612-4021-AC9A-B492CFC3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5DE248-AC64-4650-97D1-800C459E6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31CD01-F10B-4D6C-97F3-0A3694EF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ABD51D-4497-4A89-80EC-9FE8D4FC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DFC22A-DADC-48B3-8A30-DE2E9B6B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80F3F-A7CA-49F5-84E2-9348BEEA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63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0FEF7-7572-4A57-9549-48EEBD23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165AA1-7191-42FB-AB0C-22E6105C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50619-4396-483B-A213-1ED17E8B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CFFF4-0A26-4FC2-BD2F-5DFC5DBB6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BFD6D-9BC7-4B62-BF98-32F9958B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20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01CDCA-6367-41B0-8741-2ED849916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9DC18-D558-4341-9E0C-BA303F2BC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A2E15-C907-4FCB-A9EC-DE366058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92E68-A28B-434E-96D7-DE024916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B6D29-849E-4192-A3B7-2D99E679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6DFD78-0084-4CE6-8E15-BB197366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7C84-37D3-4FEC-B1F3-860E83182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72FB5-8C95-4443-A169-36E74C542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B44BF-B9BC-47EE-A280-23436178F2B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A2DFB5-EA44-4D9B-A815-5B4987955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1CFAF-C47C-4F71-90CA-F51287A9C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62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37C4784-8AF8-4923-8003-229C7EAF9628}"/>
              </a:ext>
            </a:extLst>
          </p:cNvPr>
          <p:cNvSpPr/>
          <p:nvPr/>
        </p:nvSpPr>
        <p:spPr>
          <a:xfrm>
            <a:off x="449792" y="187868"/>
            <a:ext cx="2377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context-common.xml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C436AC-A3A3-4C0B-8B9D-B4889B739AEF}"/>
              </a:ext>
            </a:extLst>
          </p:cNvPr>
          <p:cNvSpPr/>
          <p:nvPr/>
        </p:nvSpPr>
        <p:spPr>
          <a:xfrm>
            <a:off x="449792" y="3968263"/>
            <a:ext cx="1189460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public void </a:t>
            </a:r>
            <a:r>
              <a:rPr lang="en-US" altLang="ko-KR" sz="1000" dirty="0" err="1"/>
              <a:t>initVariables</a:t>
            </a:r>
            <a:r>
              <a:rPr lang="en-US" altLang="ko-KR" sz="1000" dirty="0"/>
              <a:t>(){</a:t>
            </a:r>
          </a:p>
          <a:p>
            <a:r>
              <a:rPr lang="en-US" altLang="ko-KR" sz="1000" dirty="0"/>
              <a:t>	</a:t>
            </a:r>
            <a:r>
              <a:rPr lang="en-US" altLang="ko-KR" sz="1000" dirty="0" err="1"/>
              <a:t>firstPageLabel</a:t>
            </a:r>
            <a:r>
              <a:rPr lang="en-US" altLang="ko-KR" sz="1000" dirty="0"/>
              <a:t> 		= "&lt;a </a:t>
            </a:r>
            <a:r>
              <a:rPr lang="en-US" altLang="ko-KR" sz="1000" dirty="0" err="1"/>
              <a:t>href</a:t>
            </a:r>
            <a:r>
              <a:rPr lang="en-US" altLang="ko-KR" sz="1000" dirty="0"/>
              <a:t>=\"{0}&amp;</a:t>
            </a:r>
            <a:r>
              <a:rPr lang="en-US" altLang="ko-KR" sz="1000" dirty="0" err="1"/>
              <a:t>amp;pageIndex</a:t>
            </a:r>
            <a:r>
              <a:rPr lang="en-US" altLang="ko-KR" sz="1000" dirty="0"/>
              <a:t>={1}\" class=\"first\" title=\"</a:t>
            </a:r>
            <a:r>
              <a:rPr lang="ko-KR" altLang="en-US" sz="1000" dirty="0"/>
              <a:t>처음페이지로 이동</a:t>
            </a:r>
            <a:r>
              <a:rPr lang="en-US" altLang="ko-KR" sz="1000" dirty="0"/>
              <a:t>\"&gt;&lt;span&gt;</a:t>
            </a:r>
            <a:r>
              <a:rPr lang="ko-KR" altLang="en-US" sz="1000" dirty="0"/>
              <a:t>처음</a:t>
            </a:r>
            <a:r>
              <a:rPr lang="en-US" altLang="ko-KR" sz="1000" dirty="0"/>
              <a:t>&lt;/span&gt;&lt;/a&gt;";</a:t>
            </a:r>
          </a:p>
          <a:p>
            <a:r>
              <a:rPr lang="en-US" altLang="ko-KR" sz="1000" dirty="0"/>
              <a:t>	</a:t>
            </a:r>
            <a:r>
              <a:rPr lang="en-US" altLang="ko-KR" sz="1000" dirty="0" err="1"/>
              <a:t>previousPageLabel</a:t>
            </a:r>
            <a:r>
              <a:rPr lang="en-US" altLang="ko-KR" sz="1000" dirty="0"/>
              <a:t> 	= "&lt;a </a:t>
            </a:r>
            <a:r>
              <a:rPr lang="en-US" altLang="ko-KR" sz="1000" dirty="0" err="1"/>
              <a:t>href</a:t>
            </a:r>
            <a:r>
              <a:rPr lang="en-US" altLang="ko-KR" sz="1000" dirty="0"/>
              <a:t>=\"{0}&amp;</a:t>
            </a:r>
            <a:r>
              <a:rPr lang="en-US" altLang="ko-KR" sz="1000" dirty="0" err="1"/>
              <a:t>amp;pageIndex</a:t>
            </a:r>
            <a:r>
              <a:rPr lang="en-US" altLang="ko-KR" sz="1000" dirty="0"/>
              <a:t>={1}\" class=\"</a:t>
            </a:r>
            <a:r>
              <a:rPr lang="en-US" altLang="ko-KR" sz="1000" dirty="0" err="1"/>
              <a:t>prev</a:t>
            </a:r>
            <a:r>
              <a:rPr lang="en-US" altLang="ko-KR" sz="1000" dirty="0"/>
              <a:t>\" title=\"</a:t>
            </a:r>
            <a:r>
              <a:rPr lang="ko-KR" altLang="en-US" sz="1000" dirty="0"/>
              <a:t>이전페이지로 이동</a:t>
            </a:r>
            <a:r>
              <a:rPr lang="en-US" altLang="ko-KR" sz="1000" dirty="0"/>
              <a:t>\"&gt;&lt;span&gt;</a:t>
            </a:r>
            <a:r>
              <a:rPr lang="ko-KR" altLang="en-US" sz="1000" dirty="0"/>
              <a:t>이전</a:t>
            </a:r>
            <a:r>
              <a:rPr lang="en-US" altLang="ko-KR" sz="1000" dirty="0"/>
              <a:t>&lt;/span&gt;&lt;/a&gt;";</a:t>
            </a:r>
          </a:p>
          <a:p>
            <a:r>
              <a:rPr lang="en-US" altLang="ko-KR" sz="1000" dirty="0"/>
              <a:t>	</a:t>
            </a:r>
            <a:r>
              <a:rPr lang="en-US" altLang="ko-KR" sz="1000" dirty="0" err="1"/>
              <a:t>currentPageLabel</a:t>
            </a:r>
            <a:r>
              <a:rPr lang="en-US" altLang="ko-KR" sz="1000" dirty="0"/>
              <a:t> 	= "&lt;strong class=\"current\"&gt;{0}&lt;/strong&gt;";</a:t>
            </a:r>
          </a:p>
          <a:p>
            <a:r>
              <a:rPr lang="en-US" altLang="ko-KR" sz="1000" dirty="0"/>
              <a:t>	</a:t>
            </a:r>
            <a:r>
              <a:rPr lang="en-US" altLang="ko-KR" sz="1000" dirty="0" err="1"/>
              <a:t>otherPageLabel</a:t>
            </a:r>
            <a:r>
              <a:rPr lang="en-US" altLang="ko-KR" sz="1000" dirty="0"/>
              <a:t> 	= "&lt;a </a:t>
            </a:r>
            <a:r>
              <a:rPr lang="en-US" altLang="ko-KR" sz="1000" dirty="0" err="1"/>
              <a:t>href</a:t>
            </a:r>
            <a:r>
              <a:rPr lang="en-US" altLang="ko-KR" sz="1000" dirty="0"/>
              <a:t>=\"{0}&amp;</a:t>
            </a:r>
            <a:r>
              <a:rPr lang="en-US" altLang="ko-KR" sz="1000" dirty="0" err="1"/>
              <a:t>amp;pageIndex</a:t>
            </a:r>
            <a:r>
              <a:rPr lang="en-US" altLang="ko-KR" sz="1000" dirty="0"/>
              <a:t>={1}\" class=\"page\" title=\"{1}</a:t>
            </a:r>
            <a:r>
              <a:rPr lang="ko-KR" altLang="en-US" sz="1000" dirty="0"/>
              <a:t>페이지로 이동</a:t>
            </a:r>
            <a:r>
              <a:rPr lang="en-US" altLang="ko-KR" sz="1000" dirty="0"/>
              <a:t>\"&gt;{1}&lt;/a&gt;";</a:t>
            </a:r>
          </a:p>
          <a:p>
            <a:r>
              <a:rPr lang="en-US" altLang="ko-KR" sz="1000" dirty="0"/>
              <a:t>	</a:t>
            </a:r>
            <a:r>
              <a:rPr lang="en-US" altLang="ko-KR" sz="1000" dirty="0" err="1"/>
              <a:t>nextPageLabel</a:t>
            </a:r>
            <a:r>
              <a:rPr lang="en-US" altLang="ko-KR" sz="1000" dirty="0"/>
              <a:t> 		= "&lt;a </a:t>
            </a:r>
            <a:r>
              <a:rPr lang="en-US" altLang="ko-KR" sz="1000" dirty="0" err="1"/>
              <a:t>href</a:t>
            </a:r>
            <a:r>
              <a:rPr lang="en-US" altLang="ko-KR" sz="1000" dirty="0"/>
              <a:t>=\"{0}&amp;</a:t>
            </a:r>
            <a:r>
              <a:rPr lang="en-US" altLang="ko-KR" sz="1000" dirty="0" err="1"/>
              <a:t>amp;pageIndex</a:t>
            </a:r>
            <a:r>
              <a:rPr lang="en-US" altLang="ko-KR" sz="1000" dirty="0"/>
              <a:t>={1}\" class=\"next\" title=\"</a:t>
            </a:r>
            <a:r>
              <a:rPr lang="ko-KR" altLang="en-US" sz="1000" dirty="0"/>
              <a:t>다음페이지로 이동</a:t>
            </a:r>
            <a:r>
              <a:rPr lang="en-US" altLang="ko-KR" sz="1000" dirty="0"/>
              <a:t>\"&gt;&lt;span&gt;</a:t>
            </a:r>
            <a:r>
              <a:rPr lang="ko-KR" altLang="en-US" sz="1000" dirty="0"/>
              <a:t>다음</a:t>
            </a:r>
            <a:r>
              <a:rPr lang="en-US" altLang="ko-KR" sz="1000" dirty="0"/>
              <a:t>&lt;/span&gt;&lt;/a&gt;";</a:t>
            </a:r>
          </a:p>
          <a:p>
            <a:r>
              <a:rPr lang="en-US" altLang="ko-KR" sz="1000" dirty="0"/>
              <a:t>	</a:t>
            </a:r>
            <a:r>
              <a:rPr lang="en-US" altLang="ko-KR" sz="1000" dirty="0" err="1"/>
              <a:t>lastPageLabel</a:t>
            </a:r>
            <a:r>
              <a:rPr lang="en-US" altLang="ko-KR" sz="1000" dirty="0"/>
              <a:t> 		= "&lt;a </a:t>
            </a:r>
            <a:r>
              <a:rPr lang="en-US" altLang="ko-KR" sz="1000" dirty="0" err="1"/>
              <a:t>href</a:t>
            </a:r>
            <a:r>
              <a:rPr lang="en-US" altLang="ko-KR" sz="1000" dirty="0"/>
              <a:t>=\"{0}&amp;</a:t>
            </a:r>
            <a:r>
              <a:rPr lang="en-US" altLang="ko-KR" sz="1000" dirty="0" err="1"/>
              <a:t>amp;pageIndex</a:t>
            </a:r>
            <a:r>
              <a:rPr lang="en-US" altLang="ko-KR" sz="1000" dirty="0"/>
              <a:t>={1}\" class=\"last\" title=\"</a:t>
            </a:r>
            <a:r>
              <a:rPr lang="ko-KR" altLang="en-US" sz="1000" dirty="0"/>
              <a:t>마지막페이지로 이동</a:t>
            </a:r>
            <a:r>
              <a:rPr lang="en-US" altLang="ko-KR" sz="1000" dirty="0"/>
              <a:t>\"&gt;&lt;span&gt;</a:t>
            </a:r>
            <a:r>
              <a:rPr lang="ko-KR" altLang="en-US" sz="1000" dirty="0"/>
              <a:t>마지막</a:t>
            </a:r>
            <a:r>
              <a:rPr lang="en-US" altLang="ko-KR" sz="1000" dirty="0"/>
              <a:t>&lt;/span&gt;&lt;/a&gt;";</a:t>
            </a:r>
          </a:p>
          <a:p>
            <a:r>
              <a:rPr lang="en-US" altLang="ko-KR" sz="1000" dirty="0"/>
              <a:t>}</a:t>
            </a:r>
          </a:p>
          <a:p>
            <a:endParaRPr lang="en-US" altLang="ko-KR" sz="1000" dirty="0"/>
          </a:p>
          <a:p>
            <a:r>
              <a:rPr lang="en-US" altLang="ko-KR" sz="1000" dirty="0"/>
              <a:t>{0} : </a:t>
            </a:r>
            <a:r>
              <a:rPr lang="ko-KR" altLang="en-US" sz="1000" dirty="0"/>
              <a:t>현재 페이지 </a:t>
            </a:r>
            <a:r>
              <a:rPr lang="en-US" altLang="ko-KR" sz="1000" dirty="0"/>
              <a:t>URL</a:t>
            </a:r>
          </a:p>
          <a:p>
            <a:r>
              <a:rPr lang="en-US" altLang="ko-KR" sz="1000" dirty="0"/>
              <a:t>{1} : </a:t>
            </a:r>
            <a:r>
              <a:rPr lang="ko-KR" altLang="en-US" sz="1000" dirty="0"/>
              <a:t>해당 페이지 번호</a:t>
            </a:r>
            <a:endParaRPr lang="en-US" altLang="ko-KR" sz="10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6ECDA70-FA4F-467A-ADC0-904C8487D014}"/>
              </a:ext>
            </a:extLst>
          </p:cNvPr>
          <p:cNvSpPr/>
          <p:nvPr/>
        </p:nvSpPr>
        <p:spPr>
          <a:xfrm>
            <a:off x="385004" y="3406850"/>
            <a:ext cx="33055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ImagePaginationRenderer</a:t>
            </a:r>
            <a:r>
              <a:rPr lang="en-US" altLang="ko-KR" dirty="0"/>
              <a:t>.java</a:t>
            </a:r>
            <a:endParaRPr lang="ko-KR" altLang="en-US" dirty="0"/>
          </a:p>
        </p:txBody>
      </p:sp>
      <p:grpSp>
        <p:nvGrpSpPr>
          <p:cNvPr id="11" name="Pagination">
            <a:extLst>
              <a:ext uri="{FF2B5EF4-FFF2-40B4-BE49-F238E27FC236}">
                <a16:creationId xmlns:a16="http://schemas.microsoft.com/office/drawing/2014/main" id="{64109B07-2E4F-41AA-9B96-B0EE53A4A181}"/>
              </a:ext>
            </a:extLst>
          </p:cNvPr>
          <p:cNvGrpSpPr/>
          <p:nvPr/>
        </p:nvGrpSpPr>
        <p:grpSpPr>
          <a:xfrm>
            <a:off x="642376" y="5975059"/>
            <a:ext cx="2185375" cy="323849"/>
            <a:chOff x="1318938" y="2176929"/>
            <a:chExt cx="2185375" cy="323849"/>
          </a:xfrm>
          <a:solidFill>
            <a:srgbClr val="FFFFFF"/>
          </a:solidFill>
        </p:grpSpPr>
        <p:sp>
          <p:nvSpPr>
            <p:cNvPr id="12" name="Previous">
              <a:extLst>
                <a:ext uri="{FF2B5EF4-FFF2-40B4-BE49-F238E27FC236}">
                  <a16:creationId xmlns:a16="http://schemas.microsoft.com/office/drawing/2014/main" id="{A0A2C0A6-538C-47E1-96A4-ED45E73486B3}"/>
                </a:ext>
              </a:extLst>
            </p:cNvPr>
            <p:cNvSpPr/>
            <p:nvPr/>
          </p:nvSpPr>
          <p:spPr>
            <a:xfrm rot="16200000">
              <a:off x="1312935" y="2182933"/>
              <a:ext cx="323848" cy="311841"/>
            </a:xfrm>
            <a:prstGeom prst="round2Same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«</a:t>
              </a:r>
            </a:p>
          </p:txBody>
        </p:sp>
        <p:sp>
          <p:nvSpPr>
            <p:cNvPr id="13" name="Page 1">
              <a:extLst>
                <a:ext uri="{FF2B5EF4-FFF2-40B4-BE49-F238E27FC236}">
                  <a16:creationId xmlns:a16="http://schemas.microsoft.com/office/drawing/2014/main" id="{EFDC47CC-0DB9-4D7D-9072-9A0C4B89C21D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&lt;</a:t>
              </a:r>
            </a:p>
          </p:txBody>
        </p:sp>
        <p:sp>
          <p:nvSpPr>
            <p:cNvPr id="14" name="Page 2">
              <a:extLst>
                <a:ext uri="{FF2B5EF4-FFF2-40B4-BE49-F238E27FC236}">
                  <a16:creationId xmlns:a16="http://schemas.microsoft.com/office/drawing/2014/main" id="{C40A1ECC-D4E7-4043-97A2-00463B956D44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5" name="Page 3">
              <a:extLst>
                <a:ext uri="{FF2B5EF4-FFF2-40B4-BE49-F238E27FC236}">
                  <a16:creationId xmlns:a16="http://schemas.microsoft.com/office/drawing/2014/main" id="{E28C7E3A-2C02-4D43-BD66-2D689EECAFAA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6" name="Page 4">
              <a:extLst>
                <a:ext uri="{FF2B5EF4-FFF2-40B4-BE49-F238E27FC236}">
                  <a16:creationId xmlns:a16="http://schemas.microsoft.com/office/drawing/2014/main" id="{0706102A-35C3-48CA-886C-91D2FD617088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7" name="Page 5">
              <a:extLst>
                <a:ext uri="{FF2B5EF4-FFF2-40B4-BE49-F238E27FC236}">
                  <a16:creationId xmlns:a16="http://schemas.microsoft.com/office/drawing/2014/main" id="{25757904-FBE6-4D66-8DA7-59174739ECD6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&gt;</a:t>
              </a:r>
            </a:p>
          </p:txBody>
        </p:sp>
        <p:sp>
          <p:nvSpPr>
            <p:cNvPr id="18" name="Next">
              <a:extLst>
                <a:ext uri="{FF2B5EF4-FFF2-40B4-BE49-F238E27FC236}">
                  <a16:creationId xmlns:a16="http://schemas.microsoft.com/office/drawing/2014/main" id="{D7106A5D-EA2A-451F-AF16-F79ACC102FB4}"/>
                </a:ext>
              </a:extLst>
            </p:cNvPr>
            <p:cNvSpPr/>
            <p:nvPr/>
          </p:nvSpPr>
          <p:spPr>
            <a:xfrm rot="5400000">
              <a:off x="3186469" y="2182933"/>
              <a:ext cx="323848" cy="311841"/>
            </a:xfrm>
            <a:prstGeom prst="round2Same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»</a:t>
              </a: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E8B5E12F-97DE-7C81-B979-BE9295B4D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92" y="898865"/>
            <a:ext cx="7658508" cy="199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8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A7E0312-669C-4874-B6D7-E9826B1EE7CD}"/>
              </a:ext>
            </a:extLst>
          </p:cNvPr>
          <p:cNvSpPr/>
          <p:nvPr/>
        </p:nvSpPr>
        <p:spPr>
          <a:xfrm>
            <a:off x="271992" y="277968"/>
            <a:ext cx="11090275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500" dirty="0"/>
              <a:t>* </a:t>
            </a:r>
            <a:r>
              <a:rPr lang="ko-KR" altLang="en-US" sz="1500" dirty="0"/>
              <a:t>총 페이지 수 공식</a:t>
            </a:r>
            <a:r>
              <a:rPr lang="en-US" altLang="ko-KR" sz="1500" dirty="0"/>
              <a:t>(int </a:t>
            </a:r>
            <a:r>
              <a:rPr lang="ko-KR" altLang="en-US" sz="1500" dirty="0"/>
              <a:t>소수점 버림</a:t>
            </a:r>
            <a:r>
              <a:rPr lang="en-US" altLang="ko-KR" sz="1500" dirty="0"/>
              <a:t>)</a:t>
            </a:r>
          </a:p>
          <a:p>
            <a:r>
              <a:rPr lang="en-US" altLang="ko-KR" sz="1500" dirty="0" err="1"/>
              <a:t>totalPageCount</a:t>
            </a:r>
            <a:r>
              <a:rPr lang="en-US" altLang="ko-KR" sz="1500" dirty="0"/>
              <a:t> = ((</a:t>
            </a:r>
            <a:r>
              <a:rPr lang="en-US" altLang="ko-KR" sz="1500" dirty="0" err="1"/>
              <a:t>totalRecordCount</a:t>
            </a:r>
            <a:r>
              <a:rPr lang="en-US" altLang="ko-KR" sz="1500" dirty="0"/>
              <a:t>() – 1) / </a:t>
            </a:r>
            <a:r>
              <a:rPr lang="en-US" altLang="ko-KR" sz="1500" dirty="0" err="1"/>
              <a:t>recordCountPerPage</a:t>
            </a:r>
            <a:r>
              <a:rPr lang="en-US" altLang="ko-KR" sz="1500" dirty="0"/>
              <a:t>()) + 1;</a:t>
            </a:r>
          </a:p>
          <a:p>
            <a:r>
              <a:rPr lang="ko-KR" altLang="en-US" sz="1500" dirty="0"/>
              <a:t>총페이지 수 </a:t>
            </a:r>
            <a:r>
              <a:rPr lang="en-US" altLang="ko-KR" sz="1500" dirty="0"/>
              <a:t>=  ( (</a:t>
            </a:r>
            <a:r>
              <a:rPr lang="ko-KR" altLang="en-US" sz="1500" dirty="0"/>
              <a:t>총 수 </a:t>
            </a:r>
            <a:r>
              <a:rPr lang="en-US" altLang="ko-KR" sz="1500" dirty="0"/>
              <a:t>- 1)  / </a:t>
            </a:r>
            <a:r>
              <a:rPr lang="ko-KR" altLang="en-US" sz="1500" dirty="0"/>
              <a:t>레코드 노출 수 </a:t>
            </a:r>
            <a:r>
              <a:rPr lang="en-US" altLang="ko-KR" sz="1500" dirty="0"/>
              <a:t>) + 1</a:t>
            </a:r>
          </a:p>
          <a:p>
            <a:r>
              <a:rPr lang="en-US" altLang="ko-KR" sz="1500" dirty="0"/>
              <a:t>Ex) ( (10 – 1) / 10) + 1 = 1</a:t>
            </a:r>
          </a:p>
          <a:p>
            <a:r>
              <a:rPr lang="en-US" altLang="ko-KR" sz="1500" dirty="0"/>
              <a:t>     ( (11 -1) / 10) + 1 = 2</a:t>
            </a:r>
          </a:p>
          <a:p>
            <a:endParaRPr lang="en-US" altLang="ko-KR" sz="1500" dirty="0"/>
          </a:p>
          <a:p>
            <a:endParaRPr lang="en-US" altLang="ko-KR" sz="1500" dirty="0"/>
          </a:p>
          <a:p>
            <a:r>
              <a:rPr lang="en-US" altLang="ko-KR" sz="1500" dirty="0"/>
              <a:t>* </a:t>
            </a:r>
            <a:r>
              <a:rPr lang="ko-KR" altLang="en-US" sz="1500" dirty="0"/>
              <a:t>첫 번째 페이지 번호</a:t>
            </a:r>
            <a:endParaRPr lang="en-US" altLang="ko-KR" sz="1500" dirty="0"/>
          </a:p>
          <a:p>
            <a:r>
              <a:rPr lang="en-US" altLang="ko-KR" sz="1500" dirty="0" err="1"/>
              <a:t>firstPageNoOnPageList</a:t>
            </a:r>
            <a:r>
              <a:rPr lang="en-US" altLang="ko-KR" sz="1500" dirty="0"/>
              <a:t> = ((</a:t>
            </a:r>
            <a:r>
              <a:rPr lang="en-US" altLang="ko-KR" sz="1500" dirty="0" err="1"/>
              <a:t>currentPageNo</a:t>
            </a:r>
            <a:r>
              <a:rPr lang="en-US" altLang="ko-KR" sz="1500" dirty="0"/>
              <a:t>() - 1) / </a:t>
            </a:r>
            <a:r>
              <a:rPr lang="en-US" altLang="ko-KR" sz="1500" dirty="0" err="1"/>
              <a:t>pageSize</a:t>
            </a:r>
            <a:r>
              <a:rPr lang="en-US" altLang="ko-KR" sz="1500" dirty="0"/>
              <a:t>()) * </a:t>
            </a:r>
            <a:r>
              <a:rPr lang="en-US" altLang="ko-KR" sz="1500" dirty="0" err="1"/>
              <a:t>pageSize</a:t>
            </a:r>
            <a:r>
              <a:rPr lang="en-US" altLang="ko-KR" sz="1500" dirty="0"/>
              <a:t>() + 1;</a:t>
            </a:r>
          </a:p>
          <a:p>
            <a:r>
              <a:rPr lang="ko-KR" altLang="en-US" sz="1500" dirty="0"/>
              <a:t>첫 번째 페이지 번호 </a:t>
            </a:r>
            <a:r>
              <a:rPr lang="en-US" altLang="ko-KR" sz="1500" dirty="0"/>
              <a:t>= ( (</a:t>
            </a:r>
            <a:r>
              <a:rPr lang="ko-KR" altLang="en-US" sz="1500" dirty="0"/>
              <a:t>현재페이지 </a:t>
            </a:r>
            <a:r>
              <a:rPr lang="en-US" altLang="ko-KR" sz="1500" dirty="0"/>
              <a:t>- 1) / </a:t>
            </a:r>
            <a:r>
              <a:rPr lang="ko-KR" altLang="en-US" sz="1500" dirty="0"/>
              <a:t>페이지 사이즈</a:t>
            </a:r>
            <a:r>
              <a:rPr lang="en-US" altLang="ko-KR" sz="1500" dirty="0"/>
              <a:t>) * </a:t>
            </a:r>
            <a:r>
              <a:rPr lang="ko-KR" altLang="en-US" sz="1500" dirty="0"/>
              <a:t>페이지 사이즈 </a:t>
            </a:r>
            <a:r>
              <a:rPr lang="en-US" altLang="ko-KR" sz="1500" dirty="0"/>
              <a:t>+ 1</a:t>
            </a:r>
          </a:p>
          <a:p>
            <a:r>
              <a:rPr lang="en-US" altLang="ko-KR" sz="1500" dirty="0"/>
              <a:t>Ex) ( (5 - 1) / 10 ) * 10 + 1 = 1</a:t>
            </a:r>
          </a:p>
          <a:p>
            <a:r>
              <a:rPr lang="en-US" altLang="ko-KR" sz="1500" dirty="0"/>
              <a:t>    ( (12 - 1) / 10 ) * 10 + 1 = 1</a:t>
            </a:r>
          </a:p>
          <a:p>
            <a:endParaRPr lang="en-US" altLang="ko-KR" sz="1500" dirty="0"/>
          </a:p>
          <a:p>
            <a:r>
              <a:rPr lang="en-US" altLang="ko-KR" sz="1500" dirty="0"/>
              <a:t>* </a:t>
            </a:r>
            <a:r>
              <a:rPr lang="ko-KR" altLang="en-US" sz="1500" dirty="0"/>
              <a:t>마지막 페이지 번호</a:t>
            </a:r>
            <a:endParaRPr lang="en-US" altLang="ko-KR" sz="1500" dirty="0"/>
          </a:p>
          <a:p>
            <a:r>
              <a:rPr lang="en-US" altLang="ko-KR" sz="1500" dirty="0" err="1"/>
              <a:t>lastPageNoOnPageList</a:t>
            </a:r>
            <a:r>
              <a:rPr lang="en-US" altLang="ko-KR" sz="1500" dirty="0"/>
              <a:t> = </a:t>
            </a:r>
            <a:r>
              <a:rPr lang="en-US" altLang="ko-KR" sz="1500" dirty="0" err="1"/>
              <a:t>firstPageNoOnPageList</a:t>
            </a:r>
            <a:r>
              <a:rPr lang="en-US" altLang="ko-KR" sz="1500" dirty="0"/>
              <a:t>() + </a:t>
            </a:r>
            <a:r>
              <a:rPr lang="en-US" altLang="ko-KR" sz="1500" dirty="0" err="1"/>
              <a:t>pageSize</a:t>
            </a:r>
            <a:r>
              <a:rPr lang="en-US" altLang="ko-KR" sz="1500" dirty="0"/>
              <a:t>() – 1;</a:t>
            </a:r>
          </a:p>
          <a:p>
            <a:r>
              <a:rPr lang="en-US" altLang="ko-KR" sz="1500" dirty="0"/>
              <a:t>if (</a:t>
            </a:r>
            <a:r>
              <a:rPr lang="en-US" altLang="ko-KR" sz="1500" dirty="0" err="1"/>
              <a:t>lastPageNoOnPageList</a:t>
            </a:r>
            <a:r>
              <a:rPr lang="en-US" altLang="ko-KR" sz="1500" dirty="0"/>
              <a:t> &gt; </a:t>
            </a:r>
            <a:r>
              <a:rPr lang="en-US" altLang="ko-KR" sz="1500" dirty="0" err="1"/>
              <a:t>totalPageCount</a:t>
            </a:r>
            <a:r>
              <a:rPr lang="en-US" altLang="ko-KR" sz="1500" dirty="0"/>
              <a:t>()) {</a:t>
            </a:r>
          </a:p>
          <a:p>
            <a:r>
              <a:rPr lang="en-US" altLang="ko-KR" sz="1500" dirty="0"/>
              <a:t>    </a:t>
            </a:r>
            <a:r>
              <a:rPr lang="en-US" altLang="ko-KR" sz="1500" dirty="0" err="1"/>
              <a:t>lastPageNoOnPageList</a:t>
            </a:r>
            <a:r>
              <a:rPr lang="en-US" altLang="ko-KR" sz="1500" dirty="0"/>
              <a:t> = </a:t>
            </a:r>
            <a:r>
              <a:rPr lang="en-US" altLang="ko-KR" sz="1500" dirty="0" err="1"/>
              <a:t>totalPageCount</a:t>
            </a:r>
            <a:r>
              <a:rPr lang="en-US" altLang="ko-KR" sz="1500" dirty="0"/>
              <a:t>();</a:t>
            </a:r>
          </a:p>
          <a:p>
            <a:r>
              <a:rPr lang="en-US" altLang="ko-KR" sz="1500" dirty="0"/>
              <a:t>}</a:t>
            </a:r>
          </a:p>
          <a:p>
            <a:r>
              <a:rPr lang="ko-KR" altLang="en-US" sz="1300" dirty="0"/>
              <a:t>마지막 페이지 번호 </a:t>
            </a:r>
            <a:r>
              <a:rPr lang="en-US" altLang="ko-KR" sz="1300" dirty="0"/>
              <a:t>= </a:t>
            </a:r>
            <a:r>
              <a:rPr lang="ko-KR" altLang="en-US" sz="1300" dirty="0"/>
              <a:t>첫 번째 페이지 번호 </a:t>
            </a:r>
            <a:r>
              <a:rPr lang="en-US" altLang="ko-KR" sz="1300" dirty="0"/>
              <a:t>+ </a:t>
            </a:r>
            <a:r>
              <a:rPr lang="ko-KR" altLang="en-US" sz="1300" dirty="0"/>
              <a:t>페이지 사이즈 </a:t>
            </a:r>
            <a:r>
              <a:rPr lang="en-US" altLang="ko-KR" sz="1300" dirty="0"/>
              <a:t>– 1 &gt; </a:t>
            </a:r>
            <a:r>
              <a:rPr lang="ko-KR" altLang="en-US" sz="1300" dirty="0"/>
              <a:t>총 페이지 수 </a:t>
            </a:r>
            <a:r>
              <a:rPr lang="en-US" altLang="ko-KR" sz="1300" dirty="0"/>
              <a:t>? </a:t>
            </a:r>
            <a:r>
              <a:rPr lang="ko-KR" altLang="en-US" sz="1300" dirty="0"/>
              <a:t>총 페이지수 </a:t>
            </a:r>
            <a:r>
              <a:rPr lang="en-US" altLang="ko-KR" sz="1300" dirty="0"/>
              <a:t>: </a:t>
            </a:r>
            <a:r>
              <a:rPr lang="ko-KR" altLang="en-US" sz="1300" dirty="0"/>
              <a:t>첫 번째 페이지 번호 </a:t>
            </a:r>
            <a:r>
              <a:rPr lang="en-US" altLang="ko-KR" sz="1300" dirty="0"/>
              <a:t>+ </a:t>
            </a:r>
            <a:r>
              <a:rPr lang="ko-KR" altLang="en-US" sz="1300" dirty="0"/>
              <a:t>페이지 사이즈 </a:t>
            </a:r>
            <a:r>
              <a:rPr lang="en-US" altLang="ko-KR" sz="1300" dirty="0"/>
              <a:t>– 1</a:t>
            </a:r>
          </a:p>
          <a:p>
            <a:r>
              <a:rPr lang="en-US" altLang="ko-KR" sz="1500" dirty="0"/>
              <a:t>Ex) 11 + 10 – 1  = 20(*)</a:t>
            </a:r>
          </a:p>
          <a:p>
            <a:r>
              <a:rPr lang="en-US" altLang="ko-KR" sz="1500" dirty="0"/>
              <a:t>     20(*) &gt; 13</a:t>
            </a:r>
          </a:p>
          <a:p>
            <a:r>
              <a:rPr lang="en-US" altLang="ko-KR" sz="1500" dirty="0"/>
              <a:t>     </a:t>
            </a:r>
            <a:r>
              <a:rPr lang="ko-KR" altLang="en-US" sz="1500" dirty="0"/>
              <a:t>마지막 페이지 번호 </a:t>
            </a:r>
            <a:r>
              <a:rPr lang="en-US" altLang="ko-KR" sz="1500" dirty="0"/>
              <a:t>= 13</a:t>
            </a:r>
          </a:p>
          <a:p>
            <a:r>
              <a:rPr lang="en-US" altLang="ko-KR" sz="1500" dirty="0"/>
              <a:t>     11, 12, 13</a:t>
            </a:r>
          </a:p>
          <a:p>
            <a:r>
              <a:rPr lang="en-US" altLang="ko-KR" sz="1500" dirty="0"/>
              <a:t>     1 + 10 -1 = 10(*)</a:t>
            </a:r>
          </a:p>
          <a:p>
            <a:r>
              <a:rPr lang="en-US" altLang="ko-KR" sz="1500" dirty="0"/>
              <a:t>     </a:t>
            </a:r>
            <a:r>
              <a:rPr lang="ko-KR" altLang="en-US" sz="1500" dirty="0"/>
              <a:t>마지막 페이지 번호 </a:t>
            </a:r>
            <a:r>
              <a:rPr lang="en-US" altLang="ko-KR" sz="1500" dirty="0"/>
              <a:t>= 10</a:t>
            </a:r>
          </a:p>
          <a:p>
            <a:r>
              <a:rPr lang="en-US" altLang="ko-KR" sz="1500" dirty="0"/>
              <a:t>     1, 2, 3, 4, 5, 6, 7, 8, 9, 10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009387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A7E0312-669C-4874-B6D7-E9826B1EE7CD}"/>
              </a:ext>
            </a:extLst>
          </p:cNvPr>
          <p:cNvSpPr/>
          <p:nvPr/>
        </p:nvSpPr>
        <p:spPr>
          <a:xfrm>
            <a:off x="271992" y="277968"/>
            <a:ext cx="11090275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500" dirty="0"/>
              <a:t>* </a:t>
            </a:r>
            <a:r>
              <a:rPr lang="ko-KR" altLang="en-US" sz="1500" dirty="0"/>
              <a:t>총 페이지 수 공식</a:t>
            </a:r>
            <a:r>
              <a:rPr lang="en-US" altLang="ko-KR" sz="1500" dirty="0"/>
              <a:t>(int </a:t>
            </a:r>
            <a:r>
              <a:rPr lang="ko-KR" altLang="en-US" sz="1500" dirty="0"/>
              <a:t>소수점 버림</a:t>
            </a:r>
            <a:r>
              <a:rPr lang="en-US" altLang="ko-KR" sz="1500" dirty="0"/>
              <a:t>)</a:t>
            </a:r>
          </a:p>
          <a:p>
            <a:r>
              <a:rPr lang="ko-KR" altLang="en-US" sz="1500" dirty="0"/>
              <a:t>총 페이지 수 </a:t>
            </a:r>
            <a:r>
              <a:rPr lang="en-US" altLang="ko-KR" sz="1500" dirty="0"/>
              <a:t>=  ( (</a:t>
            </a:r>
            <a:r>
              <a:rPr lang="ko-KR" altLang="en-US" sz="1500" dirty="0"/>
              <a:t>총 수 </a:t>
            </a:r>
            <a:r>
              <a:rPr lang="en-US" altLang="ko-KR" sz="1500" dirty="0"/>
              <a:t>- 1)  / </a:t>
            </a:r>
            <a:r>
              <a:rPr lang="ko-KR" altLang="en-US" sz="1500" dirty="0"/>
              <a:t>레코드 노출 수 </a:t>
            </a:r>
            <a:r>
              <a:rPr lang="en-US" altLang="ko-KR" sz="1500" dirty="0"/>
              <a:t>) + 1</a:t>
            </a:r>
          </a:p>
          <a:p>
            <a:endParaRPr lang="en-US" altLang="ko-KR" sz="1500" dirty="0"/>
          </a:p>
          <a:p>
            <a:endParaRPr lang="en-US" altLang="ko-KR" sz="1500" dirty="0"/>
          </a:p>
          <a:p>
            <a:r>
              <a:rPr lang="en-US" altLang="ko-KR" sz="1500" dirty="0"/>
              <a:t>* </a:t>
            </a:r>
            <a:r>
              <a:rPr lang="ko-KR" altLang="en-US" sz="1500" dirty="0"/>
              <a:t>첫 번째 페이지 번호</a:t>
            </a:r>
            <a:endParaRPr lang="en-US" altLang="ko-KR" sz="1500" dirty="0"/>
          </a:p>
          <a:p>
            <a:r>
              <a:rPr lang="ko-KR" altLang="en-US" sz="1500" dirty="0"/>
              <a:t>첫 번째 페이지 번호 </a:t>
            </a:r>
            <a:r>
              <a:rPr lang="en-US" altLang="ko-KR" sz="1500" dirty="0"/>
              <a:t>= ( (</a:t>
            </a:r>
            <a:r>
              <a:rPr lang="ko-KR" altLang="en-US" sz="1500" dirty="0"/>
              <a:t>현재페이지 </a:t>
            </a:r>
            <a:r>
              <a:rPr lang="en-US" altLang="ko-KR" sz="1500" dirty="0"/>
              <a:t>- 1) / </a:t>
            </a:r>
            <a:r>
              <a:rPr lang="ko-KR" altLang="en-US" sz="1500" dirty="0"/>
              <a:t>페이지 사이즈</a:t>
            </a:r>
            <a:r>
              <a:rPr lang="en-US" altLang="ko-KR" sz="1500" dirty="0"/>
              <a:t>) * </a:t>
            </a:r>
            <a:r>
              <a:rPr lang="ko-KR" altLang="en-US" sz="1500" dirty="0"/>
              <a:t>페이지 사이즈 </a:t>
            </a:r>
            <a:r>
              <a:rPr lang="en-US" altLang="ko-KR" sz="1500" dirty="0"/>
              <a:t>+ 1</a:t>
            </a:r>
          </a:p>
          <a:p>
            <a:endParaRPr lang="en-US" altLang="ko-KR" sz="1500" dirty="0"/>
          </a:p>
          <a:p>
            <a:endParaRPr lang="en-US" altLang="ko-KR" sz="1500" dirty="0"/>
          </a:p>
          <a:p>
            <a:r>
              <a:rPr lang="en-US" altLang="ko-KR" sz="1500" dirty="0"/>
              <a:t>* </a:t>
            </a:r>
            <a:r>
              <a:rPr lang="ko-KR" altLang="en-US" sz="1500" dirty="0"/>
              <a:t>마지막 페이지 번호</a:t>
            </a:r>
            <a:endParaRPr lang="en-US" altLang="ko-KR" sz="1500" dirty="0"/>
          </a:p>
          <a:p>
            <a:r>
              <a:rPr lang="ko-KR" altLang="en-US" sz="1500" dirty="0"/>
              <a:t>마지막 페이지 번호</a:t>
            </a:r>
            <a:r>
              <a:rPr lang="en-US" altLang="ko-KR" sz="1500" dirty="0"/>
              <a:t> = </a:t>
            </a:r>
            <a:r>
              <a:rPr lang="ko-KR" altLang="en-US" sz="1500" dirty="0"/>
              <a:t>첫 번째 페이지 번호</a:t>
            </a:r>
            <a:r>
              <a:rPr lang="en-US" altLang="ko-KR" sz="1500" dirty="0"/>
              <a:t> + </a:t>
            </a:r>
            <a:r>
              <a:rPr lang="ko-KR" altLang="en-US" sz="1500" dirty="0"/>
              <a:t>페이지 사이즈</a:t>
            </a:r>
            <a:r>
              <a:rPr lang="en-US" altLang="ko-KR" sz="1500" dirty="0"/>
              <a:t> – 1;</a:t>
            </a:r>
          </a:p>
          <a:p>
            <a:r>
              <a:rPr lang="en-US" altLang="ko-KR" sz="1500" dirty="0"/>
              <a:t>if (</a:t>
            </a:r>
            <a:r>
              <a:rPr lang="ko-KR" altLang="en-US" sz="1500" dirty="0"/>
              <a:t>마지막 페이지 번호</a:t>
            </a:r>
            <a:r>
              <a:rPr lang="en-US" altLang="ko-KR" sz="1500" dirty="0"/>
              <a:t> &gt; </a:t>
            </a:r>
            <a:r>
              <a:rPr lang="ko-KR" altLang="en-US" sz="1500" dirty="0"/>
              <a:t>총 페이지 수</a:t>
            </a:r>
            <a:r>
              <a:rPr lang="en-US" altLang="ko-KR" sz="1500" dirty="0"/>
              <a:t>) {</a:t>
            </a:r>
          </a:p>
          <a:p>
            <a:r>
              <a:rPr lang="en-US" altLang="ko-KR" sz="1500" dirty="0"/>
              <a:t>    </a:t>
            </a:r>
            <a:r>
              <a:rPr lang="ko-KR" altLang="en-US" sz="1500" dirty="0"/>
              <a:t>마지막 페이지 번호</a:t>
            </a:r>
            <a:r>
              <a:rPr lang="en-US" altLang="ko-KR" sz="1500" dirty="0"/>
              <a:t> = </a:t>
            </a:r>
            <a:r>
              <a:rPr lang="ko-KR" altLang="en-US" sz="1500" dirty="0"/>
              <a:t>총 페이지 수</a:t>
            </a:r>
            <a:r>
              <a:rPr lang="en-US" altLang="ko-KR" sz="1500" dirty="0"/>
              <a:t>;</a:t>
            </a:r>
          </a:p>
          <a:p>
            <a:r>
              <a:rPr lang="en-US" altLang="ko-KR" sz="15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9298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568</Words>
  <Application>Microsoft Office PowerPoint</Application>
  <PresentationFormat>와이드스크린</PresentationFormat>
  <Paragraphs>59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Segoe UI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24</cp:revision>
  <dcterms:created xsi:type="dcterms:W3CDTF">2021-08-31T12:05:11Z</dcterms:created>
  <dcterms:modified xsi:type="dcterms:W3CDTF">2026-04-21T13:01:57Z</dcterms:modified>
</cp:coreProperties>
</file>