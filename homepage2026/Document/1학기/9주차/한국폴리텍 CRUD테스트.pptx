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1" r:id="rId2"/>
    <p:sldId id="262" r:id="rId3"/>
    <p:sldId id="2315" r:id="rId4"/>
    <p:sldId id="2316" r:id="rId5"/>
    <p:sldId id="2312" r:id="rId6"/>
    <p:sldId id="1019" r:id="rId7"/>
    <p:sldId id="2313" r:id="rId8"/>
    <p:sldId id="2314" r:id="rId9"/>
  </p:sldIdLst>
  <p:sldSz cx="11315700" cy="8001000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100" b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100" b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100" b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100" b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100" b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2100" b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2100" b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2100" b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2100" b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5">
          <p15:clr>
            <a:srgbClr val="A4A3A4"/>
          </p15:clr>
        </p15:guide>
        <p15:guide id="2" orient="horz" pos="350">
          <p15:clr>
            <a:srgbClr val="A4A3A4"/>
          </p15:clr>
        </p15:guide>
        <p15:guide id="3" orient="horz" pos="932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207">
          <p15:clr>
            <a:srgbClr val="A4A3A4"/>
          </p15:clr>
        </p15:guide>
        <p15:guide id="6" orient="horz" pos="2112">
          <p15:clr>
            <a:srgbClr val="A4A3A4"/>
          </p15:clr>
        </p15:guide>
        <p15:guide id="7" orient="horz" pos="3064">
          <p15:clr>
            <a:srgbClr val="A4A3A4"/>
          </p15:clr>
        </p15:guide>
        <p15:guide id="8" orient="horz" pos="775">
          <p15:clr>
            <a:srgbClr val="A4A3A4"/>
          </p15:clr>
        </p15:guide>
        <p15:guide id="9" pos="921">
          <p15:clr>
            <a:srgbClr val="A4A3A4"/>
          </p15:clr>
        </p15:guide>
        <p15:guide id="10" pos="7035">
          <p15:clr>
            <a:srgbClr val="A4A3A4"/>
          </p15:clr>
        </p15:guide>
        <p15:guide id="11" pos="5515">
          <p15:clr>
            <a:srgbClr val="A4A3A4"/>
          </p15:clr>
        </p15:guide>
        <p15:guide id="12" pos="5469">
          <p15:clr>
            <a:srgbClr val="A4A3A4"/>
          </p15:clr>
        </p15:guide>
        <p15:guide id="13" pos="5424">
          <p15:clr>
            <a:srgbClr val="A4A3A4"/>
          </p15:clr>
        </p15:guide>
        <p15:guide id="14" pos="990">
          <p15:clr>
            <a:srgbClr val="A4A3A4"/>
          </p15:clr>
        </p15:guide>
        <p15:guide id="15" pos="93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7"/>
    <a:srgbClr val="FFFFFF"/>
    <a:srgbClr val="1F27C3"/>
    <a:srgbClr val="376EAB"/>
    <a:srgbClr val="8AC6CD"/>
    <a:srgbClr val="FF3300"/>
    <a:srgbClr val="6F6F6F"/>
    <a:srgbClr val="FFCC66"/>
    <a:srgbClr val="000000"/>
    <a:srgbClr val="6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77" autoAdjust="0"/>
    <p:restoredTop sz="91913" autoAdjust="0"/>
  </p:normalViewPr>
  <p:slideViewPr>
    <p:cSldViewPr>
      <p:cViewPr varScale="1">
        <p:scale>
          <a:sx n="155" d="100"/>
          <a:sy n="155" d="100"/>
        </p:scale>
        <p:origin x="1464" y="150"/>
      </p:cViewPr>
      <p:guideLst>
        <p:guide orient="horz" pos="85"/>
        <p:guide orient="horz" pos="350"/>
        <p:guide orient="horz" pos="932"/>
        <p:guide orient="horz" pos="667"/>
        <p:guide orient="horz" pos="207"/>
        <p:guide orient="horz" pos="2112"/>
        <p:guide orient="horz" pos="3064"/>
        <p:guide orient="horz" pos="775"/>
        <p:guide pos="921"/>
        <p:guide pos="7035"/>
        <p:guide pos="5515"/>
        <p:guide pos="5469"/>
        <p:guide pos="5424"/>
        <p:guide pos="990"/>
        <p:guide pos="9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26" d="100"/>
          <a:sy n="126" d="100"/>
        </p:scale>
        <p:origin x="4104" y="14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72087-6567-471E-A435-892A0DC621F9}" type="datetimeFigureOut">
              <a:rPr lang="ko-KR" altLang="en-US" smtClean="0"/>
              <a:pPr/>
              <a:t>2026-04-29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28D27-9A3E-4173-A7F0-EEEB9226F2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1298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6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05" tIns="46003" rIns="92005" bIns="46003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2" y="0"/>
            <a:ext cx="294566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05" tIns="46003" rIns="92005" bIns="46003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57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66763" y="744538"/>
            <a:ext cx="52641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05" tIns="46003" rIns="92005" bIns="460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4"/>
            <a:ext cx="294566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05" tIns="46003" rIns="92005" bIns="46003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2" y="9428584"/>
            <a:ext cx="294566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05" tIns="46003" rIns="92005" bIns="46003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D1DD8620-A824-44D8-BCF1-C9F4FF520EB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328411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7544" indent="-287517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50067" indent="-230013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10094" indent="-230013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70120" indent="-230013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30146" indent="-230013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90173" indent="-230013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50200" indent="-230013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910227" indent="-230013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4979F389-926D-4E8F-85DD-A373CB0EE5CF}" type="slidenum">
              <a:rPr lang="en-US" altLang="ko-KR" sz="1200" b="0">
                <a:latin typeface="나눔고딕" panose="020D0604000000000000" pitchFamily="50" charset="-127"/>
                <a:ea typeface="나눔고딕" panose="020D0604000000000000" pitchFamily="50" charset="-127"/>
              </a:rPr>
              <a:pPr eaLnBrk="1" hangingPunct="1"/>
              <a:t>1</a:t>
            </a:fld>
            <a:endParaRPr lang="en-US" altLang="ko-KR" sz="12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803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68350" y="744538"/>
            <a:ext cx="5264150" cy="3721100"/>
          </a:xfrm>
          <a:ln/>
        </p:spPr>
      </p:sp>
      <p:sp>
        <p:nvSpPr>
          <p:cNvPr id="76804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8195" y="4715153"/>
            <a:ext cx="5441287" cy="44669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11" tIns="45506" rIns="91011" bIns="45506"/>
          <a:lstStyle/>
          <a:p>
            <a:pPr eaLnBrk="1" hangingPunct="1"/>
            <a:endParaRPr lang="ko-KR" altLang="ko-KR" dirty="0"/>
          </a:p>
        </p:txBody>
      </p:sp>
      <p:sp>
        <p:nvSpPr>
          <p:cNvPr id="76805" name="슬라이드 번호 개체 틀 3"/>
          <p:cNvSpPr txBox="1">
            <a:spLocks noGrp="1"/>
          </p:cNvSpPr>
          <p:nvPr/>
        </p:nvSpPr>
        <p:spPr bwMode="auto">
          <a:xfrm>
            <a:off x="3850442" y="9428584"/>
            <a:ext cx="2945660" cy="496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11" tIns="45506" rIns="91011" bIns="45506" anchor="b"/>
          <a:lstStyle>
            <a:lvl1pPr defTabSz="904875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04875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04875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04875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04875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latinLnBrk="0" hangingPunct="1"/>
            <a:fld id="{3E62BA54-9E51-4D3F-AD9B-7179A6C50769}" type="slidenum">
              <a:rPr kumimoji="0" lang="en-US" altLang="ko-KR" sz="1200" b="0">
                <a:latin typeface="Times New Roman" pitchFamily="18" charset="0"/>
                <a:ea typeface="나눔고딕" panose="020D0604000000000000" pitchFamily="50" charset="-127"/>
              </a:rPr>
              <a:pPr algn="r" eaLnBrk="1" latinLnBrk="0" hangingPunct="1"/>
              <a:t>1</a:t>
            </a:fld>
            <a:endParaRPr kumimoji="0" lang="en-US" altLang="ko-KR" sz="1200" b="0" dirty="0">
              <a:latin typeface="Times New Roman" pitchFamily="18" charset="0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7971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/>
          </a:p>
        </p:txBody>
      </p:sp>
      <p:sp>
        <p:nvSpPr>
          <p:cNvPr id="7782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7544" indent="-287517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50067" indent="-230013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10094" indent="-230013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70120" indent="-230013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30146" indent="-230013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90173" indent="-230013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50200" indent="-230013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910227" indent="-230013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75A838E-C4FD-4140-BFB8-7284D91C914B}" type="slidenum">
              <a:rPr lang="en-US" altLang="ko-KR" sz="1200" b="0">
                <a:latin typeface="나눔고딕" panose="020D0604000000000000" pitchFamily="50" charset="-127"/>
                <a:ea typeface="나눔고딕" panose="020D0604000000000000" pitchFamily="50" charset="-127"/>
              </a:rPr>
              <a:pPr eaLnBrk="1" hangingPunct="1"/>
              <a:t>2</a:t>
            </a:fld>
            <a:endParaRPr lang="en-US" altLang="ko-KR" sz="12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2812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09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세부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03A7B0-1DA9-47AE-8A54-6B69B72A26D2}"/>
              </a:ext>
            </a:extLst>
          </p:cNvPr>
          <p:cNvSpPr/>
          <p:nvPr userDrawn="1"/>
        </p:nvSpPr>
        <p:spPr>
          <a:xfrm>
            <a:off x="0" y="0"/>
            <a:ext cx="11315700" cy="8001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71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865CE50-7F48-425C-9B0B-8A06926A3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955" y="3227257"/>
            <a:ext cx="9759791" cy="1546490"/>
          </a:xfrm>
          <a:prstGeom prst="rect">
            <a:avLst/>
          </a:prstGeom>
        </p:spPr>
        <p:txBody>
          <a:bodyPr wrap="none" anchor="ctr"/>
          <a:lstStyle>
            <a:lvl1pPr algn="ctr">
              <a:defRPr sz="50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476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 userDrawn="1"/>
        </p:nvCxnSpPr>
        <p:spPr>
          <a:xfrm>
            <a:off x="2104086" y="1229896"/>
            <a:ext cx="0" cy="651502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 userDrawn="1"/>
        </p:nvSpPr>
        <p:spPr>
          <a:xfrm>
            <a:off x="69507" y="1336204"/>
            <a:ext cx="2034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메뉴</a:t>
            </a:r>
          </a:p>
        </p:txBody>
      </p:sp>
      <p:cxnSp>
        <p:nvCxnSpPr>
          <p:cNvPr id="22" name="직선 연결선 21"/>
          <p:cNvCxnSpPr/>
          <p:nvPr userDrawn="1"/>
        </p:nvCxnSpPr>
        <p:spPr>
          <a:xfrm>
            <a:off x="2201466" y="1624236"/>
            <a:ext cx="663619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 userDrawn="1"/>
        </p:nvSpPr>
        <p:spPr>
          <a:xfrm>
            <a:off x="2201466" y="1336204"/>
            <a:ext cx="6463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CRUD</a:t>
            </a:r>
            <a:endParaRPr lang="ko-KR" altLang="en-US" sz="1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8200201" y="1413148"/>
            <a:ext cx="7072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홈 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CRUD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0" name="직선 연결선 49"/>
          <p:cNvCxnSpPr/>
          <p:nvPr userDrawn="1"/>
        </p:nvCxnSpPr>
        <p:spPr>
          <a:xfrm>
            <a:off x="69507" y="1229896"/>
            <a:ext cx="890071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 userDrawn="1"/>
        </p:nvCxnSpPr>
        <p:spPr>
          <a:xfrm>
            <a:off x="3353594" y="691349"/>
            <a:ext cx="561662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>
            <a:cxnSpLocks/>
          </p:cNvCxnSpPr>
          <p:nvPr userDrawn="1"/>
        </p:nvCxnSpPr>
        <p:spPr>
          <a:xfrm>
            <a:off x="69507" y="691349"/>
            <a:ext cx="378814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 userDrawn="1"/>
        </p:nvSpPr>
        <p:spPr>
          <a:xfrm>
            <a:off x="7860873" y="445849"/>
            <a:ext cx="9653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HOME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 </a:t>
            </a:r>
            <a:r>
              <a:rPr lang="ko-KR" altLang="en-US" sz="800" b="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사이트맵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5" name="표 6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33096402"/>
              </p:ext>
            </p:extLst>
          </p:nvPr>
        </p:nvGraphicFramePr>
        <p:xfrm>
          <a:off x="177086" y="1768252"/>
          <a:ext cx="1808354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376EAB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CRUD</a:t>
                      </a:r>
                      <a:endParaRPr lang="ko-KR" altLang="en-US" sz="900" b="1" dirty="0">
                        <a:solidFill>
                          <a:srgbClr val="376EAB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 userDrawn="1"/>
        </p:nvSpPr>
        <p:spPr>
          <a:xfrm>
            <a:off x="1274643" y="854545"/>
            <a:ext cx="5960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rgbClr val="376EA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</a:t>
            </a:r>
            <a:r>
              <a:rPr lang="en-US" altLang="ko-KR" sz="1100" b="1" dirty="0">
                <a:solidFill>
                  <a:srgbClr val="376EA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100" b="0" baseline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  메뉴</a:t>
            </a:r>
            <a:r>
              <a:rPr lang="en-US" altLang="ko-KR" sz="1100" b="0" baseline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100" b="0" baseline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  메뉴</a:t>
            </a:r>
            <a:r>
              <a:rPr lang="en-US" altLang="ko-KR" sz="1100" b="0" baseline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100" b="0" baseline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  메뉴</a:t>
            </a:r>
            <a:r>
              <a:rPr lang="en-US" altLang="ko-KR" sz="1100" b="0" baseline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100" b="0" baseline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  메뉴</a:t>
            </a:r>
            <a:r>
              <a:rPr lang="en-US" altLang="ko-KR" sz="1100" b="0" baseline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11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C51DFF-7461-4F3D-8E1C-A152922FC24D}"/>
              </a:ext>
            </a:extLst>
          </p:cNvPr>
          <p:cNvSpPr/>
          <p:nvPr userDrawn="1"/>
        </p:nvSpPr>
        <p:spPr>
          <a:xfrm>
            <a:off x="157836" y="755509"/>
            <a:ext cx="1097557" cy="44505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로고</a:t>
            </a:r>
          </a:p>
        </p:txBody>
      </p:sp>
    </p:spTree>
    <p:extLst>
      <p:ext uri="{BB962C8B-B14F-4D97-AF65-F5344CB8AC3E}">
        <p14:creationId xmlns:p14="http://schemas.microsoft.com/office/powerpoint/2010/main" val="368786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784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98"/>
          <p:cNvSpPr>
            <a:spLocks noChangeArrowheads="1"/>
          </p:cNvSpPr>
          <p:nvPr/>
        </p:nvSpPr>
        <p:spPr bwMode="auto">
          <a:xfrm>
            <a:off x="0" y="7816925"/>
            <a:ext cx="11315700" cy="184076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endParaRPr lang="ko-KR" altLang="en-US"/>
          </a:p>
        </p:txBody>
      </p:sp>
      <p:sp>
        <p:nvSpPr>
          <p:cNvPr id="9" name="Line 300"/>
          <p:cNvSpPr>
            <a:spLocks noChangeShapeType="1"/>
          </p:cNvSpPr>
          <p:nvPr/>
        </p:nvSpPr>
        <p:spPr bwMode="auto">
          <a:xfrm flipV="1">
            <a:off x="0" y="7816923"/>
            <a:ext cx="11315700" cy="1"/>
          </a:xfrm>
          <a:prstGeom prst="line">
            <a:avLst/>
          </a:prstGeom>
          <a:noFill/>
          <a:ln w="38100">
            <a:solidFill>
              <a:srgbClr val="EAEAE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" name="Rectangle 302"/>
          <p:cNvSpPr>
            <a:spLocks noChangeArrowheads="1"/>
          </p:cNvSpPr>
          <p:nvPr/>
        </p:nvSpPr>
        <p:spPr bwMode="auto">
          <a:xfrm>
            <a:off x="69850" y="400100"/>
            <a:ext cx="8900368" cy="7344816"/>
          </a:xfrm>
          <a:prstGeom prst="rect">
            <a:avLst/>
          </a:prstGeom>
          <a:noFill/>
          <a:ln w="9525" cap="sq" algn="ctr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endParaRPr lang="ko-KR" altLang="en-US"/>
          </a:p>
        </p:txBody>
      </p:sp>
      <p:sp>
        <p:nvSpPr>
          <p:cNvPr id="12" name="Rectangle 249"/>
          <p:cNvSpPr>
            <a:spLocks noChangeArrowheads="1"/>
          </p:cNvSpPr>
          <p:nvPr/>
        </p:nvSpPr>
        <p:spPr bwMode="auto">
          <a:xfrm>
            <a:off x="9056738" y="609650"/>
            <a:ext cx="2165350" cy="7135266"/>
          </a:xfrm>
          <a:prstGeom prst="rect">
            <a:avLst/>
          </a:prstGeom>
          <a:noFill/>
          <a:ln w="6350" cap="sq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endParaRPr lang="ko-KR" altLang="en-US"/>
          </a:p>
        </p:txBody>
      </p:sp>
      <p:sp>
        <p:nvSpPr>
          <p:cNvPr id="15" name="Rectangle 883"/>
          <p:cNvSpPr>
            <a:spLocks noChangeArrowheads="1"/>
          </p:cNvSpPr>
          <p:nvPr/>
        </p:nvSpPr>
        <p:spPr bwMode="auto">
          <a:xfrm>
            <a:off x="60077" y="69556"/>
            <a:ext cx="11162010" cy="252413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>
            <a:lvl1pPr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</a:pPr>
            <a:endParaRPr lang="ko-KR" altLang="ko-KR">
              <a:ea typeface="HY신명조" pitchFamily="18" charset="-127"/>
            </a:endParaRPr>
          </a:p>
        </p:txBody>
      </p:sp>
      <p:sp>
        <p:nvSpPr>
          <p:cNvPr id="16" name="Rectangle 884"/>
          <p:cNvSpPr>
            <a:spLocks noChangeArrowheads="1"/>
          </p:cNvSpPr>
          <p:nvPr/>
        </p:nvSpPr>
        <p:spPr bwMode="auto">
          <a:xfrm>
            <a:off x="60077" y="67969"/>
            <a:ext cx="1003300" cy="252412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>
            <a:lvl1pPr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ko-KR" altLang="en-US" dirty="0" err="1">
                <a:latin typeface="나눔고딕" pitchFamily="50" charset="-127"/>
                <a:ea typeface="나눔고딕" pitchFamily="50" charset="-127"/>
              </a:rPr>
              <a:t>시스템명</a:t>
            </a:r>
            <a:endParaRPr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Rectangle 885"/>
          <p:cNvSpPr>
            <a:spLocks noChangeArrowheads="1"/>
          </p:cNvSpPr>
          <p:nvPr/>
        </p:nvSpPr>
        <p:spPr bwMode="auto">
          <a:xfrm>
            <a:off x="3154114" y="67969"/>
            <a:ext cx="703263" cy="252412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>
            <a:lvl1pPr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작성자</a:t>
            </a:r>
          </a:p>
        </p:txBody>
      </p:sp>
      <p:sp>
        <p:nvSpPr>
          <p:cNvPr id="18" name="Rectangle 886"/>
          <p:cNvSpPr>
            <a:spLocks noChangeArrowheads="1"/>
          </p:cNvSpPr>
          <p:nvPr/>
        </p:nvSpPr>
        <p:spPr bwMode="auto">
          <a:xfrm>
            <a:off x="10811711" y="7816924"/>
            <a:ext cx="503989" cy="216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/>
          <a:lstStyle>
            <a:lvl1pPr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</a:pPr>
            <a:fld id="{098FC9F2-ACBD-4B5A-B274-8086A311D334}" type="slidenum">
              <a:rPr lang="en-US" altLang="ko-KR">
                <a:ea typeface="HY신명조" pitchFamily="18" charset="-127"/>
              </a:rPr>
              <a:pPr eaLnBrk="1" hangingPunct="1">
                <a:lnSpc>
                  <a:spcPct val="100000"/>
                </a:lnSpc>
              </a:pPr>
              <a:t>‹#›</a:t>
            </a:fld>
            <a:endParaRPr lang="en-US" altLang="ko-KR" dirty="0">
              <a:ea typeface="HY신명조" pitchFamily="18" charset="-127"/>
            </a:endParaRPr>
          </a:p>
        </p:txBody>
      </p:sp>
      <p:sp>
        <p:nvSpPr>
          <p:cNvPr id="19" name="Rectangle 966"/>
          <p:cNvSpPr>
            <a:spLocks noChangeArrowheads="1"/>
          </p:cNvSpPr>
          <p:nvPr/>
        </p:nvSpPr>
        <p:spPr bwMode="auto">
          <a:xfrm>
            <a:off x="5695702" y="67969"/>
            <a:ext cx="820737" cy="252412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>
            <a:lvl1pPr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작성일</a:t>
            </a:r>
          </a:p>
        </p:txBody>
      </p:sp>
      <p:sp>
        <p:nvSpPr>
          <p:cNvPr id="20" name="Text Box 967"/>
          <p:cNvSpPr txBox="1">
            <a:spLocks noChangeArrowheads="1"/>
          </p:cNvSpPr>
          <p:nvPr/>
        </p:nvSpPr>
        <p:spPr bwMode="auto">
          <a:xfrm>
            <a:off x="3872334" y="72731"/>
            <a:ext cx="1295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>
            <a:lvl1pPr marL="609600" indent="-6096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Clr>
                <a:schemeClr val="folHlink"/>
              </a:buClr>
              <a:defRPr/>
            </a:pPr>
            <a:r>
              <a:rPr lang="ko-KR" altLang="en-US" sz="900" dirty="0">
                <a:solidFill>
                  <a:srgbClr val="163873"/>
                </a:solidFill>
                <a:latin typeface="나눔고딕" pitchFamily="50" charset="-127"/>
                <a:ea typeface="나눔고딕" pitchFamily="50" charset="-127"/>
              </a:rPr>
              <a:t>문성진</a:t>
            </a:r>
          </a:p>
        </p:txBody>
      </p:sp>
      <p:sp>
        <p:nvSpPr>
          <p:cNvPr id="21" name="Rectangle 969"/>
          <p:cNvSpPr>
            <a:spLocks noChangeArrowheads="1"/>
          </p:cNvSpPr>
          <p:nvPr/>
        </p:nvSpPr>
        <p:spPr bwMode="auto">
          <a:xfrm>
            <a:off x="8249989" y="67969"/>
            <a:ext cx="935038" cy="252412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>
            <a:lvl1pPr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문서번호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1346" y="77396"/>
            <a:ext cx="20311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한국폴리텍대학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Rectangle 251"/>
          <p:cNvSpPr>
            <a:spLocks noChangeArrowheads="1"/>
          </p:cNvSpPr>
          <p:nvPr/>
        </p:nvSpPr>
        <p:spPr bwMode="auto">
          <a:xfrm>
            <a:off x="9056738" y="400100"/>
            <a:ext cx="2165349" cy="209550"/>
          </a:xfrm>
          <a:prstGeom prst="rect">
            <a:avLst/>
          </a:prstGeom>
          <a:solidFill>
            <a:srgbClr val="969696"/>
          </a:solidFill>
          <a:ln w="63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ko-KR" altLang="en-US" b="1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화면설명</a:t>
            </a:r>
          </a:p>
        </p:txBody>
      </p:sp>
      <p:sp>
        <p:nvSpPr>
          <p:cNvPr id="34" name="Oval 301"/>
          <p:cNvSpPr>
            <a:spLocks noChangeArrowheads="1"/>
          </p:cNvSpPr>
          <p:nvPr/>
        </p:nvSpPr>
        <p:spPr bwMode="auto">
          <a:xfrm>
            <a:off x="10986442" y="409625"/>
            <a:ext cx="180975" cy="180975"/>
          </a:xfrm>
          <a:prstGeom prst="ellipse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anchor="ctr"/>
          <a:lstStyle>
            <a:lvl1pPr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fld id="{2469A629-9E29-4A6F-B59B-0F41B5C3DE29}" type="slidenum">
              <a:rPr lang="ko-KR" altLang="en-US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pPr algn="ctr" eaLnBrk="1" hangingPunct="1">
                <a:lnSpc>
                  <a:spcPct val="100000"/>
                </a:lnSpc>
              </a:pPr>
              <a:t>‹#›</a:t>
            </a:fld>
            <a:endParaRPr lang="en-US" altLang="ko-KR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31" name="Rectangle 1001"/>
          <p:cNvSpPr txBox="1">
            <a:spLocks noChangeArrowheads="1"/>
          </p:cNvSpPr>
          <p:nvPr/>
        </p:nvSpPr>
        <p:spPr bwMode="auto">
          <a:xfrm>
            <a:off x="6516439" y="93369"/>
            <a:ext cx="1733550" cy="19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10541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  <a:lvl2pPr algn="ctr" defTabSz="10541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51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defTabSz="10541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51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defTabSz="10541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51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defTabSz="10541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51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ko-KR" b="0" kern="0" dirty="0"/>
          </a:p>
        </p:txBody>
      </p:sp>
      <p:sp>
        <p:nvSpPr>
          <p:cNvPr id="22" name="직사각형 21"/>
          <p:cNvSpPr/>
          <p:nvPr userDrawn="1"/>
        </p:nvSpPr>
        <p:spPr>
          <a:xfrm>
            <a:off x="6675581" y="98910"/>
            <a:ext cx="72648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10541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itchFamily="50" charset="-127"/>
                <a:ea typeface="나눔고딕" pitchFamily="50" charset="-127"/>
              </a:rPr>
              <a:t>2026-1</a:t>
            </a: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itchFamily="50" charset="-127"/>
                <a:ea typeface="나눔고딕" pitchFamily="50" charset="-127"/>
              </a:rPr>
              <a:t>학기</a:t>
            </a:r>
            <a:endParaRPr kumimoji="1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93" r:id="rId2"/>
    <p:sldLayoutId id="2147484176" r:id="rId3"/>
    <p:sldLayoutId id="2147484158" r:id="rId4"/>
  </p:sldLayoutIdLst>
  <p:hf hdr="0" ftr="0" dt="0"/>
  <p:txStyles>
    <p:titleStyle>
      <a:lvl1pPr algn="l" defTabSz="1054100" rtl="0" eaLnBrk="0" fontAlgn="base" latinLnBrk="1" hangingPunct="0">
        <a:spcBef>
          <a:spcPct val="0"/>
        </a:spcBef>
        <a:spcAft>
          <a:spcPct val="0"/>
        </a:spcAft>
        <a:defRPr kumimoji="1" sz="800">
          <a:solidFill>
            <a:schemeClr val="bg1">
              <a:lumMod val="50000"/>
            </a:schemeClr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  <a:lvl2pPr algn="ctr" defTabSz="1054100" rtl="0" eaLnBrk="0" fontAlgn="base" latinLnBrk="1" hangingPunct="0">
        <a:spcBef>
          <a:spcPct val="0"/>
        </a:spcBef>
        <a:spcAft>
          <a:spcPct val="0"/>
        </a:spcAft>
        <a:defRPr kumimoji="1" sz="51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defTabSz="1054100" rtl="0" eaLnBrk="0" fontAlgn="base" latinLnBrk="1" hangingPunct="0">
        <a:spcBef>
          <a:spcPct val="0"/>
        </a:spcBef>
        <a:spcAft>
          <a:spcPct val="0"/>
        </a:spcAft>
        <a:defRPr kumimoji="1" sz="51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defTabSz="1054100" rtl="0" eaLnBrk="0" fontAlgn="base" latinLnBrk="1" hangingPunct="0">
        <a:spcBef>
          <a:spcPct val="0"/>
        </a:spcBef>
        <a:spcAft>
          <a:spcPct val="0"/>
        </a:spcAft>
        <a:defRPr kumimoji="1" sz="51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defTabSz="1054100" rtl="0" eaLnBrk="0" fontAlgn="base" latinLnBrk="1" hangingPunct="0">
        <a:spcBef>
          <a:spcPct val="0"/>
        </a:spcBef>
        <a:spcAft>
          <a:spcPct val="0"/>
        </a:spcAft>
        <a:defRPr kumimoji="1" sz="51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95288" indent="-395288" algn="l" defTabSz="1054100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700">
          <a:solidFill>
            <a:schemeClr val="tx1"/>
          </a:solidFill>
          <a:latin typeface="+mn-lt"/>
          <a:ea typeface="+mn-ea"/>
          <a:cs typeface="+mn-cs"/>
        </a:defRPr>
      </a:lvl1pPr>
      <a:lvl2pPr marL="855663" indent="-328613" algn="l" defTabSz="1054100" rtl="0" eaLnBrk="0" fontAlgn="base" latinLnBrk="1" hangingPunct="0">
        <a:spcBef>
          <a:spcPct val="20000"/>
        </a:spcBef>
        <a:spcAft>
          <a:spcPct val="0"/>
        </a:spcAft>
        <a:buChar char="–"/>
        <a:defRPr kumimoji="1" sz="3200">
          <a:solidFill>
            <a:schemeClr val="tx1"/>
          </a:solidFill>
          <a:latin typeface="+mn-lt"/>
          <a:ea typeface="+mn-ea"/>
        </a:defRPr>
      </a:lvl2pPr>
      <a:lvl3pPr marL="1317625" indent="-263525" algn="l" defTabSz="1054100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</a:defRPr>
      </a:lvl3pPr>
      <a:lvl4pPr marL="1843088" indent="-261938" algn="l" defTabSz="1054100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300">
          <a:solidFill>
            <a:schemeClr val="tx1"/>
          </a:solidFill>
          <a:latin typeface="+mn-lt"/>
          <a:ea typeface="+mn-ea"/>
        </a:defRPr>
      </a:lvl4pPr>
      <a:lvl5pPr marL="2370138" indent="-263525" algn="l" defTabSz="1054100" rtl="0" eaLnBrk="0" fontAlgn="base" latinLnBrk="1" hangingPunct="0">
        <a:spcBef>
          <a:spcPct val="20000"/>
        </a:spcBef>
        <a:spcAft>
          <a:spcPct val="0"/>
        </a:spcAft>
        <a:buChar char="»"/>
        <a:defRPr kumimoji="1" sz="2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5605686" y="1552228"/>
            <a:ext cx="5150834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hangingPunct="1"/>
            <a:endParaRPr lang="en-US" altLang="ko-KR" sz="3200" b="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itchFamily="18" charset="0"/>
            </a:endParaRPr>
          </a:p>
          <a:p>
            <a:pPr algn="r" eaLnBrk="1" hangingPunct="1"/>
            <a:endParaRPr lang="en-US" altLang="ko-KR" sz="3200" b="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itchFamily="18" charset="0"/>
            </a:endParaRPr>
          </a:p>
          <a:p>
            <a:pPr algn="r" eaLnBrk="1" hangingPunct="1"/>
            <a:r>
              <a:rPr lang="ko-KR" altLang="en-US" sz="2400" b="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itchFamily="18" charset="0"/>
              </a:rPr>
              <a:t>한국폴리텍</a:t>
            </a:r>
            <a:endParaRPr lang="en-US" altLang="ko-KR" sz="3200" b="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itchFamily="18" charset="0"/>
            </a:endParaRPr>
          </a:p>
          <a:p>
            <a:pPr algn="r" eaLnBrk="1" hangingPunct="1"/>
            <a:r>
              <a:rPr lang="ko-KR" altLang="en-US" sz="4400" dirty="0">
                <a:latin typeface="Times New Roman" pitchFamily="18" charset="0"/>
                <a:ea typeface="나눔고딕" panose="020D0604000000000000" pitchFamily="50" charset="-127"/>
                <a:cs typeface="Times New Roman" pitchFamily="18" charset="0"/>
              </a:rPr>
              <a:t>스토리보드 </a:t>
            </a:r>
            <a:r>
              <a:rPr lang="en-US" altLang="ko-KR" sz="4400" dirty="0">
                <a:latin typeface="Times New Roman" pitchFamily="18" charset="0"/>
                <a:ea typeface="나눔고딕" panose="020D0604000000000000" pitchFamily="50" charset="-127"/>
                <a:cs typeface="Times New Roman" pitchFamily="18" charset="0"/>
              </a:rPr>
              <a:t>(CRUD)</a:t>
            </a:r>
          </a:p>
          <a:p>
            <a:pPr algn="r" eaLnBrk="1" hangingPunct="1"/>
            <a:endParaRPr lang="en-US" altLang="ko-KR" sz="2800" dirty="0">
              <a:latin typeface="Times New Roman" pitchFamily="18" charset="0"/>
              <a:ea typeface="나눔고딕" panose="020D0604000000000000" pitchFamily="50" charset="-127"/>
              <a:cs typeface="Times New Roman" pitchFamily="18" charset="0"/>
            </a:endParaRPr>
          </a:p>
          <a:p>
            <a:pPr algn="r" eaLnBrk="1" hangingPunct="1"/>
            <a:r>
              <a:rPr lang="en-US" altLang="ko-KR" sz="2800" b="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itchFamily="18" charset="0"/>
              </a:rPr>
              <a:t>Ver. 0.1</a:t>
            </a:r>
          </a:p>
          <a:p>
            <a:pPr algn="r" eaLnBrk="1" hangingPunct="1"/>
            <a:endParaRPr lang="en-US" altLang="ko-KR" sz="2800" dirty="0">
              <a:latin typeface="Times New Roman" pitchFamily="18" charset="0"/>
              <a:ea typeface="나눔고딕" panose="020D0604000000000000" pitchFamily="50" charset="-127"/>
              <a:cs typeface="Times New Roman" pitchFamily="18" charset="0"/>
            </a:endParaRPr>
          </a:p>
        </p:txBody>
      </p:sp>
      <p:pic>
        <p:nvPicPr>
          <p:cNvPr id="1026" name="Picture 2" descr="https://www.kopo.ac.kr/assets2021/img/sch_pop/logo.png">
            <a:extLst>
              <a:ext uri="{FF2B5EF4-FFF2-40B4-BE49-F238E27FC236}">
                <a16:creationId xmlns:a16="http://schemas.microsoft.com/office/drawing/2014/main" id="{B550E887-9CA2-441F-8791-19B80044A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6937" y="6952828"/>
            <a:ext cx="16383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965380"/>
              </p:ext>
            </p:extLst>
          </p:nvPr>
        </p:nvGraphicFramePr>
        <p:xfrm>
          <a:off x="761306" y="1480220"/>
          <a:ext cx="9913888" cy="5184582"/>
        </p:xfrm>
        <a:graphic>
          <a:graphicData uri="http://schemas.openxmlformats.org/drawingml/2006/table">
            <a:tbl>
              <a:tblPr/>
              <a:tblGrid>
                <a:gridCol w="840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5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5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9442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개정번호</a:t>
                      </a: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개정 내용</a:t>
                      </a: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제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개정 일자</a:t>
                      </a: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작성자</a:t>
                      </a: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승인자</a:t>
                      </a: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0.1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초안 작성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문성진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5357" marR="105357" marT="52666" marB="52666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243" name="Text Box 68"/>
          <p:cNvSpPr txBox="1">
            <a:spLocks noChangeArrowheads="1"/>
          </p:cNvSpPr>
          <p:nvPr/>
        </p:nvSpPr>
        <p:spPr bwMode="auto">
          <a:xfrm>
            <a:off x="4868863" y="555625"/>
            <a:ext cx="14287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5357" tIns="52679" rIns="105357" bIns="52679">
            <a:spAutoFit/>
          </a:bodyPr>
          <a:lstStyle>
            <a:lvl1pPr defTabSz="1054100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1054100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1054100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1054100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1054100" eaLnBrk="0" hangingPunct="0"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54100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54100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54100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54100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/>
            <a:r>
              <a:rPr kumimoji="0" lang="ko-KR" altLang="en-US" sz="1800">
                <a:latin typeface="나눔고딕" pitchFamily="50" charset="-127"/>
                <a:ea typeface="나눔고딕" pitchFamily="50" charset="-127"/>
              </a:rPr>
              <a:t>제</a:t>
            </a:r>
            <a:r>
              <a:rPr kumimoji="0" lang="en-US" altLang="ko-KR" sz="1800">
                <a:latin typeface="나눔고딕" pitchFamily="50" charset="-127"/>
                <a:ea typeface="나눔고딕" pitchFamily="50" charset="-127"/>
              </a:rPr>
              <a:t>.</a:t>
            </a:r>
            <a:r>
              <a:rPr kumimoji="0" lang="ko-KR" altLang="en-US" sz="1800">
                <a:latin typeface="나눔고딕" pitchFamily="50" charset="-127"/>
                <a:ea typeface="나눔고딕" pitchFamily="50" charset="-127"/>
              </a:rPr>
              <a:t>개정 이력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0990D63-31D9-4956-9557-260CB68FA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CRUD DB</a:t>
            </a:r>
            <a:endParaRPr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2614553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BB87EA-166F-4CE7-A364-A9B78A510099}"/>
              </a:ext>
            </a:extLst>
          </p:cNvPr>
          <p:cNvSpPr txBox="1"/>
          <p:nvPr/>
        </p:nvSpPr>
        <p:spPr>
          <a:xfrm>
            <a:off x="761306" y="618510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논리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A0681C-5DDB-44F8-A087-0ED5685E10F9}"/>
              </a:ext>
            </a:extLst>
          </p:cNvPr>
          <p:cNvSpPr txBox="1"/>
          <p:nvPr/>
        </p:nvSpPr>
        <p:spPr>
          <a:xfrm>
            <a:off x="3353594" y="618510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물리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C55C3A7-E4F0-A80C-D378-77ED8C3BE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3" y="820700"/>
            <a:ext cx="1322348" cy="14034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524EA6E-B2FB-930C-149A-EF5F9CEE9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498" y="881927"/>
            <a:ext cx="2255885" cy="12810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7385ED7-C4F2-F6B3-17F3-D1B288C6146A}"/>
              </a:ext>
            </a:extLst>
          </p:cNvPr>
          <p:cNvSpPr txBox="1"/>
          <p:nvPr/>
        </p:nvSpPr>
        <p:spPr>
          <a:xfrm>
            <a:off x="517718" y="2632348"/>
            <a:ext cx="823647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LETCRUD</a:t>
            </a:r>
          </a:p>
          <a:p>
            <a:pPr marL="0" marR="0"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marR="0"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CRUD_CTGRY </a:t>
            </a:r>
            <a:r>
              <a:rPr lang="en-US" altLang="ko-K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marR="0"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CRUD_SJ </a:t>
            </a:r>
            <a:r>
              <a:rPr lang="en-US" altLang="ko-K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CRUD_ID </a:t>
            </a:r>
            <a:r>
              <a:rPr lang="en-US" altLang="ko-K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CRUD_CN </a:t>
            </a:r>
            <a:r>
              <a:rPr lang="en-US" altLang="ko-K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USER_NM </a:t>
            </a:r>
            <a:r>
              <a:rPr lang="en-US" altLang="ko-K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FRST_REGIST_PNTTM </a:t>
            </a:r>
            <a:r>
              <a:rPr lang="en-US" altLang="ko-K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altLang="ko-K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b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u="sng" dirty="0">
                <a:solidFill>
                  <a:srgbClr val="6C5151"/>
                </a:solidFill>
                <a:effectLst/>
                <a:latin typeface="Consolas" panose="020B0609020204030204" pitchFamily="49" charset="0"/>
              </a:rPr>
              <a:t>LETCRUD</a:t>
            </a:r>
            <a:endParaRPr lang="en-US" altLang="ko-K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PRIMARY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(CRUD_ID)</a:t>
            </a:r>
            <a:r>
              <a:rPr lang="en-US" altLang="ko-KR" sz="10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b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u="sng" dirty="0">
                <a:solidFill>
                  <a:srgbClr val="6C5151"/>
                </a:solidFill>
                <a:effectLst/>
                <a:latin typeface="Consolas" panose="020B0609020204030204" pitchFamily="49" charset="0"/>
              </a:rPr>
              <a:t>LETCRUD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COMMENT = 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'CRUD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테이블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u="sng" dirty="0">
                <a:solidFill>
                  <a:srgbClr val="6C5151"/>
                </a:solidFill>
                <a:effectLst/>
                <a:latin typeface="Consolas" panose="020B0609020204030204" pitchFamily="49" charset="0"/>
              </a:rPr>
              <a:t>LETCRUD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CRUD_ID </a:t>
            </a:r>
            <a:r>
              <a:rPr lang="en-US" altLang="ko-KR" sz="1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CRUD_ID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COMMENT 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'CRUDID'</a:t>
            </a:r>
            <a:r>
              <a:rPr lang="en-US" altLang="ko-KR" sz="10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u="sng" dirty="0">
                <a:solidFill>
                  <a:srgbClr val="6C5151"/>
                </a:solidFill>
                <a:effectLst/>
                <a:latin typeface="Consolas" panose="020B0609020204030204" pitchFamily="49" charset="0"/>
              </a:rPr>
              <a:t>LETCRUD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CRUD_CTGRY </a:t>
            </a:r>
            <a:r>
              <a:rPr lang="en-US" altLang="ko-KR" sz="1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CRUD_CTGRY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COMMENT 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카테고리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u="sng" dirty="0">
                <a:solidFill>
                  <a:srgbClr val="6C5151"/>
                </a:solidFill>
                <a:effectLst/>
                <a:latin typeface="Consolas" panose="020B0609020204030204" pitchFamily="49" charset="0"/>
              </a:rPr>
              <a:t>LETCRUD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CRUD_SJ </a:t>
            </a:r>
            <a:r>
              <a:rPr lang="en-US" altLang="ko-KR" sz="1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CRUD_SJ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COMMENT 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제목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u="sng" dirty="0">
                <a:solidFill>
                  <a:srgbClr val="6C5151"/>
                </a:solidFill>
                <a:effectLst/>
                <a:latin typeface="Consolas" panose="020B0609020204030204" pitchFamily="49" charset="0"/>
              </a:rPr>
              <a:t>LETCRUD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CRUD_CN </a:t>
            </a:r>
            <a:r>
              <a:rPr lang="en-US" altLang="ko-KR" sz="1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CRUD_CN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COMMENT 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내용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u="sng" dirty="0">
                <a:solidFill>
                  <a:srgbClr val="6C5151"/>
                </a:solidFill>
                <a:effectLst/>
                <a:latin typeface="Consolas" panose="020B0609020204030204" pitchFamily="49" charset="0"/>
              </a:rPr>
              <a:t>LETCRUD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USER_NM </a:t>
            </a:r>
            <a:r>
              <a:rPr lang="en-US" altLang="ko-KR" sz="1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USER_NM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COMMENT 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작성자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/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u="sng" dirty="0">
                <a:solidFill>
                  <a:srgbClr val="6C5151"/>
                </a:solidFill>
                <a:effectLst/>
                <a:latin typeface="Consolas" panose="020B0609020204030204" pitchFamily="49" charset="0"/>
              </a:rPr>
              <a:t>LETCRUD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FRST_REGIST_PNTTM </a:t>
            </a:r>
            <a:r>
              <a:rPr lang="en-US" altLang="ko-KR" sz="1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FRST_REGIST_PNTTM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COMMENT 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작성일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altLang="ko-KR" sz="10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68526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0990D63-31D9-4956-9557-260CB68FA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CRUD </a:t>
            </a:r>
            <a:r>
              <a:rPr lang="ko-KR" altLang="en-US" dirty="0"/>
              <a:t>스토리보드</a:t>
            </a:r>
            <a:endParaRPr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238039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45935"/>
              </p:ext>
            </p:extLst>
          </p:nvPr>
        </p:nvGraphicFramePr>
        <p:xfrm>
          <a:off x="9114234" y="634786"/>
          <a:ext cx="2088232" cy="24942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3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8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IDGEN 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글자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정렬은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기준으로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8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 시 상세페이지로 이동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카테고리명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 나오게 표현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8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YYYY-MM-DD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형식으로 표현</a:t>
                      </a:r>
                      <a:endParaRPr lang="en-US" altLang="ko-KR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0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 시 게시 글 삭제 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컨펌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창 나오고 </a:t>
                      </a:r>
                      <a:endParaRPr lang="en-US" altLang="ko-KR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확인 버튼 클릭 시 삭제되고 </a:t>
                      </a:r>
                      <a:endParaRPr lang="en-US" altLang="ko-KR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 버튼 누르면 삭제가 안 됨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2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페이징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기능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2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글쓰기 버튼 클릭 시 등록페이지로 이동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2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 게시물 수 표시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286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6A657CB-AE90-4C4B-8E43-0E29513DA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15836"/>
              </p:ext>
            </p:extLst>
          </p:nvPr>
        </p:nvGraphicFramePr>
        <p:xfrm>
          <a:off x="2262127" y="2128292"/>
          <a:ext cx="6564078" cy="132892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1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147">
                  <a:extLst>
                    <a:ext uri="{9D8B030D-6E8A-4147-A177-3AD203B41FA5}">
                      <a16:colId xmlns:a16="http://schemas.microsoft.com/office/drawing/2014/main" val="3977647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제목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작성자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작성일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관리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CRUD_00003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[</a:t>
                      </a:r>
                      <a:r>
                        <a:rPr lang="ko-KR" altLang="en-US" sz="11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카테고리명</a:t>
                      </a:r>
                      <a:r>
                        <a:rPr lang="en-US" sz="11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] CRUD3</a:t>
                      </a:r>
                      <a:r>
                        <a:rPr lang="ko-KR" altLang="en-US" sz="11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번</a:t>
                      </a:r>
                      <a:endParaRPr lang="en-US" sz="11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문성진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2026-04-29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CRUD_00002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[</a:t>
                      </a:r>
                      <a:r>
                        <a:rPr lang="ko-KR" altLang="en-US" sz="11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카테고리명</a:t>
                      </a:r>
                      <a:r>
                        <a:rPr lang="en-US" altLang="ko-KR" sz="11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] </a:t>
                      </a:r>
                      <a:r>
                        <a:rPr lang="en-US" sz="11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CRUD2</a:t>
                      </a:r>
                      <a:r>
                        <a:rPr lang="ko-KR" altLang="en-US" sz="11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번</a:t>
                      </a:r>
                      <a:endParaRPr lang="en-US" sz="11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문성진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2026-04-29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CRUD_00001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[</a:t>
                      </a:r>
                      <a:r>
                        <a:rPr lang="ko-KR" altLang="en-US" sz="11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카테고리명</a:t>
                      </a:r>
                      <a:r>
                        <a:rPr lang="en-US" altLang="ko-KR" sz="11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] CRUD1</a:t>
                      </a:r>
                      <a:r>
                        <a:rPr lang="ko-KR" altLang="en-US" sz="11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번</a:t>
                      </a:r>
                      <a:endParaRPr lang="en-US" altLang="ko-KR" sz="11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문성진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2026-04-29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Button">
            <a:extLst>
              <a:ext uri="{FF2B5EF4-FFF2-40B4-BE49-F238E27FC236}">
                <a16:creationId xmlns:a16="http://schemas.microsoft.com/office/drawing/2014/main" id="{18BE7438-73FB-4A98-AEAC-C3AA012160C8}"/>
              </a:ext>
            </a:extLst>
          </p:cNvPr>
          <p:cNvSpPr/>
          <p:nvPr/>
        </p:nvSpPr>
        <p:spPr>
          <a:xfrm>
            <a:off x="7962106" y="2468529"/>
            <a:ext cx="464872" cy="310539"/>
          </a:xfrm>
          <a:prstGeom prst="roundRect">
            <a:avLst>
              <a:gd name="adj" fmla="val 11182"/>
            </a:avLst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64008" rIns="91440" bIns="6400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삭제</a:t>
            </a:r>
            <a:endParaRPr lang="en-US" sz="105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Button">
            <a:extLst>
              <a:ext uri="{FF2B5EF4-FFF2-40B4-BE49-F238E27FC236}">
                <a16:creationId xmlns:a16="http://schemas.microsoft.com/office/drawing/2014/main" id="{20360ADA-FAAA-451B-9777-02A4D47D180A}"/>
              </a:ext>
            </a:extLst>
          </p:cNvPr>
          <p:cNvSpPr/>
          <p:nvPr/>
        </p:nvSpPr>
        <p:spPr>
          <a:xfrm>
            <a:off x="7962106" y="2807604"/>
            <a:ext cx="464872" cy="310539"/>
          </a:xfrm>
          <a:prstGeom prst="roundRect">
            <a:avLst>
              <a:gd name="adj" fmla="val 11182"/>
            </a:avLst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64008" rIns="91440" bIns="6400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삭제</a:t>
            </a:r>
            <a:endParaRPr lang="en-US" sz="105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Button">
            <a:extLst>
              <a:ext uri="{FF2B5EF4-FFF2-40B4-BE49-F238E27FC236}">
                <a16:creationId xmlns:a16="http://schemas.microsoft.com/office/drawing/2014/main" id="{6B189280-EAC0-442C-BF1D-2866F6C9F0B5}"/>
              </a:ext>
            </a:extLst>
          </p:cNvPr>
          <p:cNvSpPr/>
          <p:nvPr/>
        </p:nvSpPr>
        <p:spPr>
          <a:xfrm>
            <a:off x="7962106" y="3133988"/>
            <a:ext cx="464872" cy="310539"/>
          </a:xfrm>
          <a:prstGeom prst="roundRect">
            <a:avLst>
              <a:gd name="adj" fmla="val 11182"/>
            </a:avLst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64008" rIns="91440" bIns="6400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삭제</a:t>
            </a:r>
            <a:endParaRPr lang="en-US" sz="105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Pagination">
            <a:extLst>
              <a:ext uri="{FF2B5EF4-FFF2-40B4-BE49-F238E27FC236}">
                <a16:creationId xmlns:a16="http://schemas.microsoft.com/office/drawing/2014/main" id="{894A0307-1F3A-46D7-AEFF-DCE454853C45}"/>
              </a:ext>
            </a:extLst>
          </p:cNvPr>
          <p:cNvSpPr txBox="1"/>
          <p:nvPr/>
        </p:nvSpPr>
        <p:spPr>
          <a:xfrm>
            <a:off x="4721021" y="3751696"/>
            <a:ext cx="1646541" cy="212366"/>
          </a:xfrm>
          <a:prstGeom prst="rect">
            <a:avLst/>
          </a:prstGeom>
          <a:noFill/>
          <a:ln>
            <a:noFill/>
          </a:ln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   …   </a:t>
            </a:r>
            <a:r>
              <a:rPr lang="en-US" sz="900" u="sng" dirty="0"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784F3D4-8A40-4A89-9D58-A694689C6036}"/>
              </a:ext>
            </a:extLst>
          </p:cNvPr>
          <p:cNvSpPr/>
          <p:nvPr/>
        </p:nvSpPr>
        <p:spPr>
          <a:xfrm>
            <a:off x="2273474" y="2151966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3772872-1F29-4664-9EF5-9F48704EBAA6}"/>
              </a:ext>
            </a:extLst>
          </p:cNvPr>
          <p:cNvSpPr/>
          <p:nvPr/>
        </p:nvSpPr>
        <p:spPr>
          <a:xfrm>
            <a:off x="3425602" y="2479782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EE3AE9C-BF5C-4ADB-B692-97A1B72DE1F7}"/>
              </a:ext>
            </a:extLst>
          </p:cNvPr>
          <p:cNvSpPr/>
          <p:nvPr/>
        </p:nvSpPr>
        <p:spPr>
          <a:xfrm>
            <a:off x="6593954" y="2479782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29C01F2-78AB-47F2-A2E0-B587645947C8}"/>
              </a:ext>
            </a:extLst>
          </p:cNvPr>
          <p:cNvSpPr/>
          <p:nvPr/>
        </p:nvSpPr>
        <p:spPr>
          <a:xfrm>
            <a:off x="7890098" y="2479782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F589F88-1309-4F11-8333-AE972524F5D5}"/>
              </a:ext>
            </a:extLst>
          </p:cNvPr>
          <p:cNvSpPr/>
          <p:nvPr/>
        </p:nvSpPr>
        <p:spPr>
          <a:xfrm>
            <a:off x="4721021" y="3713863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Button">
            <a:extLst>
              <a:ext uri="{FF2B5EF4-FFF2-40B4-BE49-F238E27FC236}">
                <a16:creationId xmlns:a16="http://schemas.microsoft.com/office/drawing/2014/main" id="{45EC6CA4-C79B-44AE-9A37-40ECD7D4B7C9}"/>
              </a:ext>
            </a:extLst>
          </p:cNvPr>
          <p:cNvSpPr/>
          <p:nvPr/>
        </p:nvSpPr>
        <p:spPr>
          <a:xfrm>
            <a:off x="7962106" y="3702609"/>
            <a:ext cx="595804" cy="310539"/>
          </a:xfrm>
          <a:prstGeom prst="roundRect">
            <a:avLst>
              <a:gd name="adj" fmla="val 11182"/>
            </a:avLst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64008" rIns="91440" bIns="6400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글쓰기</a:t>
            </a:r>
            <a:endParaRPr lang="en-US" sz="105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CD24ADC-C14A-4F8B-A61A-29966DFBE335}"/>
              </a:ext>
            </a:extLst>
          </p:cNvPr>
          <p:cNvSpPr/>
          <p:nvPr/>
        </p:nvSpPr>
        <p:spPr>
          <a:xfrm>
            <a:off x="7890098" y="3713863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3" name="Message Dialog" descr="&lt;SmartSettings&gt;&lt;SmartResize enabled=&quot;True&quot; minWidth=&quot;100&quot; minHeight=&quot;40&quot; /&gt;&lt;/SmartSettings&gt;">
            <a:extLst>
              <a:ext uri="{FF2B5EF4-FFF2-40B4-BE49-F238E27FC236}">
                <a16:creationId xmlns:a16="http://schemas.microsoft.com/office/drawing/2014/main" id="{92D7F63F-BE18-3B69-529E-2B49E6EEFC1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665962" y="4493509"/>
            <a:ext cx="2203923" cy="1071712"/>
            <a:chOff x="600076" y="3516030"/>
            <a:chExt cx="4872718" cy="1071712"/>
          </a:xfrm>
        </p:grpSpPr>
        <p:sp>
          <p:nvSpPr>
            <p:cNvPr id="64" name="Window Frame">
              <a:extLst>
                <a:ext uri="{FF2B5EF4-FFF2-40B4-BE49-F238E27FC236}">
                  <a16:creationId xmlns:a16="http://schemas.microsoft.com/office/drawing/2014/main" id="{087C1296-259A-15B6-50D7-CB0FCB088557}"/>
                </a:ext>
              </a:extLst>
            </p:cNvPr>
            <p:cNvSpPr/>
            <p:nvPr/>
          </p:nvSpPr>
          <p:spPr>
            <a:xfrm>
              <a:off x="600076" y="3516030"/>
              <a:ext cx="4872718" cy="107171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78D7"/>
              </a:solidFill>
            </a:ln>
            <a:effectLst>
              <a:outerShdw blurRad="1524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680" noProof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5" name="Body" descr="&lt;SmartSettings&gt;&lt;SmartResize anchorLeft=&quot;Absolute&quot; anchorTop=&quot;Absolute&quot; anchorRight=&quot;Absolute&quot; anchorBottom=&quot;Relative&quot; /&gt;&lt;/SmartSettings&gt;">
              <a:extLst>
                <a:ext uri="{FF2B5EF4-FFF2-40B4-BE49-F238E27FC236}">
                  <a16:creationId xmlns:a16="http://schemas.microsoft.com/office/drawing/2014/main" id="{E6D61BC7-76C1-1DAD-F709-6BF0923A4C46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1011225" y="3870525"/>
              <a:ext cx="4059938" cy="1308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400"/>
                </a:spcAft>
              </a:pPr>
              <a:r>
                <a:rPr lang="ko-KR" altLang="en-US" sz="850" noProof="1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삭제하시겠습니까</a:t>
              </a:r>
              <a:r>
                <a:rPr lang="en-US" altLang="ko-KR" sz="850" noProof="1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850" noProof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6" name="Button" descr="&lt;SmartSettings&gt;&lt;SmartResize anchorLeft=&quot;None&quot; anchorTop=&quot;Non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5FD41522-A818-A2D0-0B0B-16AA94EC73E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649673" y="4175494"/>
              <a:ext cx="1421495" cy="2286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78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4572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50" dirty="0">
                  <a:solidFill>
                    <a:srgbClr val="0078D7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취소</a:t>
              </a:r>
              <a:endParaRPr lang="en-US" sz="850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7" name="Button" descr="&lt;SmartSettings&gt;&lt;SmartResize anchorLeft=&quot;None&quot; anchorTop=&quot;Non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D8165FB9-5372-5C67-ACEB-C3FC0187891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119550" y="4175494"/>
              <a:ext cx="1421493" cy="228600"/>
            </a:xfrm>
            <a:prstGeom prst="rect">
              <a:avLst/>
            </a:prstGeom>
            <a:solidFill>
              <a:srgbClr val="007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4572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5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확인</a:t>
              </a:r>
              <a:endParaRPr lang="en-US" sz="85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0C27302C-5579-21FA-E543-23BC18BC4EE3}"/>
              </a:ext>
            </a:extLst>
          </p:cNvPr>
          <p:cNvCxnSpPr>
            <a:cxnSpLocks/>
            <a:stCxn id="12" idx="1"/>
            <a:endCxn id="64" idx="0"/>
          </p:cNvCxnSpPr>
          <p:nvPr/>
        </p:nvCxnSpPr>
        <p:spPr>
          <a:xfrm rot="10800000" flipV="1">
            <a:off x="7767924" y="2623799"/>
            <a:ext cx="194182" cy="186971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36E8C12-FA3E-575B-222B-388AE2796EBE}"/>
              </a:ext>
            </a:extLst>
          </p:cNvPr>
          <p:cNvSpPr txBox="1"/>
          <p:nvPr/>
        </p:nvSpPr>
        <p:spPr>
          <a:xfrm>
            <a:off x="2201466" y="1912848"/>
            <a:ext cx="7857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게시물 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9F8B468-EE6F-427B-2253-635F74454829}"/>
              </a:ext>
            </a:extLst>
          </p:cNvPr>
          <p:cNvSpPr/>
          <p:nvPr/>
        </p:nvSpPr>
        <p:spPr>
          <a:xfrm>
            <a:off x="2129458" y="1881918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62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01554"/>
              </p:ext>
            </p:extLst>
          </p:nvPr>
        </p:nvGraphicFramePr>
        <p:xfrm>
          <a:off x="9114234" y="634786"/>
          <a:ext cx="2088232" cy="24942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3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8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카테고리 선택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(select)</a:t>
                      </a:r>
                    </a:p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카테고리 항목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기본 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8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 입력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(input)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8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 입력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(input)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0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 입력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textarea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2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폼데이터 등록 및 수정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2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목록페이지로 이동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286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286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FD95C15-D9D9-4CB3-815E-7909D45C5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183154"/>
              </p:ext>
            </p:extLst>
          </p:nvPr>
        </p:nvGraphicFramePr>
        <p:xfrm>
          <a:off x="2316649" y="1943829"/>
          <a:ext cx="6437546" cy="31729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820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카테고리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제목</a:t>
                      </a:r>
                      <a:endParaRPr lang="en-US" altLang="ko-KR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817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작성자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내용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Input Field">
            <a:extLst>
              <a:ext uri="{FF2B5EF4-FFF2-40B4-BE49-F238E27FC236}">
                <a16:creationId xmlns:a16="http://schemas.microsoft.com/office/drawing/2014/main" id="{8ADE0736-5A09-411F-9EC2-6D4A3F64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578" y="2337415"/>
            <a:ext cx="5492107" cy="206375"/>
          </a:xfrm>
          <a:prstGeom prst="rect">
            <a:avLst/>
          </a:prstGeom>
          <a:solidFill>
            <a:srgbClr val="FFFFFF"/>
          </a:solidFill>
          <a:ln w="6350" cap="flat">
            <a:solidFill>
              <a:srgbClr val="A0A0A0"/>
            </a:solidFill>
            <a:prstDash val="solid"/>
            <a:miter lim="800000"/>
            <a:headEnd/>
            <a:tailEnd/>
          </a:ln>
        </p:spPr>
        <p:txBody>
          <a:bodyPr vert="horz" wrap="square" lIns="54864" tIns="0" rIns="54864" bIns="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제목을 입력하세요</a:t>
            </a:r>
            <a:r>
              <a:rPr lang="en-US" altLang="ko-KR" sz="70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70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Input Field">
            <a:extLst>
              <a:ext uri="{FF2B5EF4-FFF2-40B4-BE49-F238E27FC236}">
                <a16:creationId xmlns:a16="http://schemas.microsoft.com/office/drawing/2014/main" id="{D212945C-3EDD-4BCF-BF5C-1E9A8641F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578" y="2679834"/>
            <a:ext cx="5492107" cy="206375"/>
          </a:xfrm>
          <a:prstGeom prst="rect">
            <a:avLst/>
          </a:prstGeom>
          <a:solidFill>
            <a:srgbClr val="FFFFFF"/>
          </a:solidFill>
          <a:ln w="6350" cap="flat">
            <a:solidFill>
              <a:srgbClr val="A0A0A0"/>
            </a:solidFill>
            <a:prstDash val="solid"/>
            <a:miter lim="800000"/>
            <a:headEnd/>
            <a:tailEnd/>
          </a:ln>
        </p:spPr>
        <p:txBody>
          <a:bodyPr vert="horz" wrap="square" lIns="54864" tIns="0" rIns="54864" bIns="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작성자를 </a:t>
            </a:r>
            <a:r>
              <a:rPr lang="ko-KR" altLang="en-US" sz="70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입력하세요</a:t>
            </a:r>
            <a:r>
              <a:rPr lang="en-US" altLang="ko-KR" sz="70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70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Input Field">
            <a:extLst>
              <a:ext uri="{FF2B5EF4-FFF2-40B4-BE49-F238E27FC236}">
                <a16:creationId xmlns:a16="http://schemas.microsoft.com/office/drawing/2014/main" id="{2EE1A730-7587-4F50-8221-FEBFE26C1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578" y="3022253"/>
            <a:ext cx="5492107" cy="1961837"/>
          </a:xfrm>
          <a:prstGeom prst="rect">
            <a:avLst/>
          </a:prstGeom>
          <a:solidFill>
            <a:srgbClr val="FFFFFF"/>
          </a:solidFill>
          <a:ln w="6350" cap="flat">
            <a:solidFill>
              <a:srgbClr val="A0A0A0"/>
            </a:solidFill>
            <a:prstDash val="solid"/>
            <a:miter lim="800000"/>
            <a:headEnd/>
            <a:tailEnd/>
          </a:ln>
        </p:spPr>
        <p:txBody>
          <a:bodyPr vert="horz" wrap="square" lIns="54864" tIns="0" rIns="54864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내용을 입력하세요</a:t>
            </a:r>
            <a:r>
              <a:rPr lang="en-US" altLang="ko-KR" sz="70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70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Button">
            <a:extLst>
              <a:ext uri="{FF2B5EF4-FFF2-40B4-BE49-F238E27FC236}">
                <a16:creationId xmlns:a16="http://schemas.microsoft.com/office/drawing/2014/main" id="{10E64385-576F-4D1A-8B6D-7E022A42C887}"/>
              </a:ext>
            </a:extLst>
          </p:cNvPr>
          <p:cNvSpPr/>
          <p:nvPr/>
        </p:nvSpPr>
        <p:spPr>
          <a:xfrm>
            <a:off x="5076986" y="5416138"/>
            <a:ext cx="464872" cy="310539"/>
          </a:xfrm>
          <a:prstGeom prst="roundRect">
            <a:avLst>
              <a:gd name="adj" fmla="val 11182"/>
            </a:avLst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64008" rIns="91440" bIns="6400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등록</a:t>
            </a:r>
            <a:endParaRPr lang="en-US" sz="105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Button">
            <a:extLst>
              <a:ext uri="{FF2B5EF4-FFF2-40B4-BE49-F238E27FC236}">
                <a16:creationId xmlns:a16="http://schemas.microsoft.com/office/drawing/2014/main" id="{EFDA9CB1-4186-4625-95AE-54C3EF9BBA28}"/>
              </a:ext>
            </a:extLst>
          </p:cNvPr>
          <p:cNvSpPr/>
          <p:nvPr/>
        </p:nvSpPr>
        <p:spPr>
          <a:xfrm>
            <a:off x="5686672" y="5416138"/>
            <a:ext cx="464872" cy="310539"/>
          </a:xfrm>
          <a:prstGeom prst="roundRect">
            <a:avLst>
              <a:gd name="adj" fmla="val 11182"/>
            </a:avLst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64008" rIns="91440" bIns="6400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105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8929635-6C59-43DB-80FC-D835667B5ABD}"/>
              </a:ext>
            </a:extLst>
          </p:cNvPr>
          <p:cNvSpPr/>
          <p:nvPr/>
        </p:nvSpPr>
        <p:spPr>
          <a:xfrm>
            <a:off x="3137570" y="2284664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6902005-22ED-4E6F-883D-95DB1664E4B4}"/>
              </a:ext>
            </a:extLst>
          </p:cNvPr>
          <p:cNvSpPr/>
          <p:nvPr/>
        </p:nvSpPr>
        <p:spPr>
          <a:xfrm>
            <a:off x="3137570" y="2625874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8F83293-D330-4BC4-80FF-6B00FEB781C1}"/>
              </a:ext>
            </a:extLst>
          </p:cNvPr>
          <p:cNvSpPr/>
          <p:nvPr/>
        </p:nvSpPr>
        <p:spPr>
          <a:xfrm>
            <a:off x="3137570" y="2962228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00BCC5E-5AF7-4245-A23B-08EE82E6B926}"/>
              </a:ext>
            </a:extLst>
          </p:cNvPr>
          <p:cNvSpPr/>
          <p:nvPr/>
        </p:nvSpPr>
        <p:spPr>
          <a:xfrm>
            <a:off x="5004978" y="5416138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6CEFCA5-0FC9-47C6-80DA-80BDD5D18C34}"/>
              </a:ext>
            </a:extLst>
          </p:cNvPr>
          <p:cNvSpPr/>
          <p:nvPr/>
        </p:nvSpPr>
        <p:spPr>
          <a:xfrm>
            <a:off x="5625845" y="5416138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CA959F-35AA-41C6-8E9B-AB4C00710B35}"/>
              </a:ext>
            </a:extLst>
          </p:cNvPr>
          <p:cNvSpPr/>
          <p:nvPr/>
        </p:nvSpPr>
        <p:spPr>
          <a:xfrm>
            <a:off x="3281586" y="2022648"/>
            <a:ext cx="648072" cy="1787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수업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    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2BBB3CA-568E-58FD-D1AA-1BE522CE1670}"/>
              </a:ext>
            </a:extLst>
          </p:cNvPr>
          <p:cNvSpPr/>
          <p:nvPr/>
        </p:nvSpPr>
        <p:spPr>
          <a:xfrm>
            <a:off x="3137570" y="1926759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662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364199"/>
              </p:ext>
            </p:extLst>
          </p:nvPr>
        </p:nvGraphicFramePr>
        <p:xfrm>
          <a:off x="9114234" y="634786"/>
          <a:ext cx="2088232" cy="237234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3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8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수정페이지로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8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 시 게시 글 삭제 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컨펌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창 나오고 </a:t>
                      </a:r>
                      <a:endParaRPr lang="en-US" altLang="ko-KR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확인 버튼 클릭 시 삭제 후 목록페이지로 이동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 버튼 누르면 삭제가 안 됨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8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목록페이지로 이동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076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286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286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286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286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BEF1414-9CC7-48F9-9765-240CD22F75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410411"/>
              </p:ext>
            </p:extLst>
          </p:nvPr>
        </p:nvGraphicFramePr>
        <p:xfrm>
          <a:off x="2316649" y="1943829"/>
          <a:ext cx="6437546" cy="31729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604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제목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[</a:t>
                      </a:r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카테고리명</a:t>
                      </a:r>
                      <a:r>
                        <a:rPr 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] CRUD 1</a:t>
                      </a:r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번 글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작성자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문성진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작성일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2026-04-29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971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내용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내가 </a:t>
                      </a:r>
                      <a:r>
                        <a:rPr lang="en-US" altLang="ko-KR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r>
                        <a:rPr lang="ko-KR" altLang="en-US" sz="11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등해서</a:t>
                      </a:r>
                      <a:r>
                        <a:rPr lang="ko-KR" altLang="en-US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상품권 타간다</a:t>
                      </a:r>
                      <a:r>
                        <a:rPr lang="en-US" altLang="ko-KR" sz="11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</a:t>
                      </a:r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US" sz="11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Button">
            <a:extLst>
              <a:ext uri="{FF2B5EF4-FFF2-40B4-BE49-F238E27FC236}">
                <a16:creationId xmlns:a16="http://schemas.microsoft.com/office/drawing/2014/main" id="{E7794D95-02E6-4499-96C5-45079EC6D85F}"/>
              </a:ext>
            </a:extLst>
          </p:cNvPr>
          <p:cNvSpPr/>
          <p:nvPr/>
        </p:nvSpPr>
        <p:spPr>
          <a:xfrm>
            <a:off x="2396507" y="5274137"/>
            <a:ext cx="464872" cy="310539"/>
          </a:xfrm>
          <a:prstGeom prst="roundRect">
            <a:avLst>
              <a:gd name="adj" fmla="val 11182"/>
            </a:avLst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64008" rIns="91440" bIns="6400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</a:t>
            </a:r>
            <a:endParaRPr lang="en-US" sz="105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Button">
            <a:extLst>
              <a:ext uri="{FF2B5EF4-FFF2-40B4-BE49-F238E27FC236}">
                <a16:creationId xmlns:a16="http://schemas.microsoft.com/office/drawing/2014/main" id="{FABD12EB-5941-40C1-A9C3-415BD296BFA5}"/>
              </a:ext>
            </a:extLst>
          </p:cNvPr>
          <p:cNvSpPr/>
          <p:nvPr/>
        </p:nvSpPr>
        <p:spPr>
          <a:xfrm>
            <a:off x="3006193" y="5274137"/>
            <a:ext cx="464872" cy="310539"/>
          </a:xfrm>
          <a:prstGeom prst="roundRect">
            <a:avLst>
              <a:gd name="adj" fmla="val 11182"/>
            </a:avLst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64008" rIns="91440" bIns="6400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삭제</a:t>
            </a:r>
            <a:endParaRPr lang="en-US" sz="105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6C9A2A3-7F2E-4A0B-8749-63E629900311}"/>
              </a:ext>
            </a:extLst>
          </p:cNvPr>
          <p:cNvSpPr/>
          <p:nvPr/>
        </p:nvSpPr>
        <p:spPr>
          <a:xfrm>
            <a:off x="2324499" y="5274137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A5A0F62-6B77-4875-B5B8-44D1A4FA9B8C}"/>
              </a:ext>
            </a:extLst>
          </p:cNvPr>
          <p:cNvSpPr/>
          <p:nvPr/>
        </p:nvSpPr>
        <p:spPr>
          <a:xfrm>
            <a:off x="2945366" y="5274137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Button">
            <a:extLst>
              <a:ext uri="{FF2B5EF4-FFF2-40B4-BE49-F238E27FC236}">
                <a16:creationId xmlns:a16="http://schemas.microsoft.com/office/drawing/2014/main" id="{6AC9EC00-FCA7-4ED7-8427-168365809867}"/>
              </a:ext>
            </a:extLst>
          </p:cNvPr>
          <p:cNvSpPr/>
          <p:nvPr/>
        </p:nvSpPr>
        <p:spPr>
          <a:xfrm>
            <a:off x="8289323" y="5274137"/>
            <a:ext cx="464872" cy="310539"/>
          </a:xfrm>
          <a:prstGeom prst="roundRect">
            <a:avLst>
              <a:gd name="adj" fmla="val 11182"/>
            </a:avLst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64008" rIns="91440" bIns="6400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목록</a:t>
            </a:r>
            <a:endParaRPr lang="en-US" sz="105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47B5440-51F3-4BF6-B226-E81DD034F27E}"/>
              </a:ext>
            </a:extLst>
          </p:cNvPr>
          <p:cNvSpPr/>
          <p:nvPr/>
        </p:nvSpPr>
        <p:spPr>
          <a:xfrm>
            <a:off x="8228496" y="5274137"/>
            <a:ext cx="144016" cy="144016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b="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" name="Message Dialog" descr="&lt;SmartSettings&gt;&lt;SmartResize enabled=&quot;True&quot; minWidth=&quot;100&quot; minHeight=&quot;40&quot; /&gt;&lt;/SmartSettings&gt;">
            <a:extLst>
              <a:ext uri="{FF2B5EF4-FFF2-40B4-BE49-F238E27FC236}">
                <a16:creationId xmlns:a16="http://schemas.microsoft.com/office/drawing/2014/main" id="{E0E95CBF-42FF-58AF-0BC8-CA00C67A09AD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746236" y="6304756"/>
            <a:ext cx="2203923" cy="1071712"/>
            <a:chOff x="600076" y="3516030"/>
            <a:chExt cx="4872718" cy="1071712"/>
          </a:xfrm>
        </p:grpSpPr>
        <p:sp>
          <p:nvSpPr>
            <p:cNvPr id="5" name="Window Frame">
              <a:extLst>
                <a:ext uri="{FF2B5EF4-FFF2-40B4-BE49-F238E27FC236}">
                  <a16:creationId xmlns:a16="http://schemas.microsoft.com/office/drawing/2014/main" id="{9B5FDED9-4A43-D1E7-6B4C-27080ADE9EE1}"/>
                </a:ext>
              </a:extLst>
            </p:cNvPr>
            <p:cNvSpPr/>
            <p:nvPr/>
          </p:nvSpPr>
          <p:spPr>
            <a:xfrm>
              <a:off x="600076" y="3516030"/>
              <a:ext cx="4872718" cy="107171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78D7"/>
              </a:solidFill>
            </a:ln>
            <a:effectLst>
              <a:outerShdw blurRad="1524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680" noProof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Body" descr="&lt;SmartSettings&gt;&lt;SmartResize anchorLeft=&quot;Absolute&quot; anchorTop=&quot;Absolute&quot; anchorRight=&quot;Absolute&quot; anchorBottom=&quot;Relative&quot; /&gt;&lt;/SmartSettings&gt;">
              <a:extLst>
                <a:ext uri="{FF2B5EF4-FFF2-40B4-BE49-F238E27FC236}">
                  <a16:creationId xmlns:a16="http://schemas.microsoft.com/office/drawing/2014/main" id="{4F1FE4CB-259C-7892-8E10-3B74F3B67E37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1011225" y="3870525"/>
              <a:ext cx="4059938" cy="1308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400"/>
                </a:spcAft>
              </a:pPr>
              <a:r>
                <a:rPr lang="ko-KR" altLang="en-US" sz="850" noProof="1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삭제하시겠습니까</a:t>
              </a:r>
              <a:r>
                <a:rPr lang="en-US" altLang="ko-KR" sz="850" noProof="1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850" noProof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Button" descr="&lt;SmartSettings&gt;&lt;SmartResize anchorLeft=&quot;None&quot; anchorTop=&quot;Non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8F774782-6245-6238-D173-73D35F5D54F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649673" y="4175494"/>
              <a:ext cx="1421495" cy="2286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78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4572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50" dirty="0">
                  <a:solidFill>
                    <a:srgbClr val="0078D7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취소</a:t>
              </a:r>
              <a:endParaRPr lang="en-US" sz="850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Button" descr="&lt;SmartSettings&gt;&lt;SmartResize anchorLeft=&quot;None&quot; anchorTop=&quot;Non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2163AC1-D864-3FF6-57D4-18F33B943D4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119550" y="4175494"/>
              <a:ext cx="1421493" cy="228600"/>
            </a:xfrm>
            <a:prstGeom prst="rect">
              <a:avLst/>
            </a:prstGeom>
            <a:solidFill>
              <a:srgbClr val="007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4572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5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확인</a:t>
              </a:r>
              <a:endParaRPr lang="en-US" sz="85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6318B22A-81A6-2DF4-0A11-4D29E7B7BCC8}"/>
              </a:ext>
            </a:extLst>
          </p:cNvPr>
          <p:cNvCxnSpPr>
            <a:cxnSpLocks/>
            <a:stCxn id="9" idx="3"/>
            <a:endCxn id="5" idx="0"/>
          </p:cNvCxnSpPr>
          <p:nvPr/>
        </p:nvCxnSpPr>
        <p:spPr>
          <a:xfrm>
            <a:off x="3471065" y="5429407"/>
            <a:ext cx="1377133" cy="87534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3422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DNQo2ApUs5c/oVq542sBSiTjTCu9yW5AgOKZM9oHjoA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QuzPSC+JOF1W/FyYc13l7A/YWm0CToMdNxJKtYnkf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DNQo2ApUs5c/oVq542sBSiTjTCu9yW5AgOKZM9oHjoA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QuzPSC+JOF1W/FyYc13l7A/YWm0CToMdNxJKtYnkf8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75000"/>
            </a:schemeClr>
          </a:solidFill>
        </a:ln>
      </a:spPr>
      <a:bodyPr rtlCol="0" anchor="ctr"/>
      <a:lstStyle>
        <a:defPPr algn="l">
          <a:defRPr sz="800" b="0" dirty="0" smtClean="0">
            <a:solidFill>
              <a:schemeClr val="bg1">
                <a:lumMod val="50000"/>
              </a:schemeClr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800" b="0" dirty="0" smtClean="0">
            <a:solidFill>
              <a:schemeClr val="bg1">
                <a:lumMod val="50000"/>
              </a:schemeClr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51686</TotalTime>
  <Words>479</Words>
  <Application>Microsoft Office PowerPoint</Application>
  <PresentationFormat>사용자 지정</PresentationFormat>
  <Paragraphs>169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HY견고딕</vt:lpstr>
      <vt:lpstr>굴림</vt:lpstr>
      <vt:lpstr>나눔고딕</vt:lpstr>
      <vt:lpstr>돋움</vt:lpstr>
      <vt:lpstr>Consolas</vt:lpstr>
      <vt:lpstr>Segoe UI</vt:lpstr>
      <vt:lpstr>Times New Roman</vt:lpstr>
      <vt:lpstr>기본 디자인</vt:lpstr>
      <vt:lpstr>PowerPoint 프레젠테이션</vt:lpstr>
      <vt:lpstr>PowerPoint 프레젠테이션</vt:lpstr>
      <vt:lpstr>CRUD DB</vt:lpstr>
      <vt:lpstr>PowerPoint 프레젠테이션</vt:lpstr>
      <vt:lpstr>CRUD 스토리보드</vt:lpstr>
      <vt:lpstr>PowerPoint 프레젠테이션</vt:lpstr>
      <vt:lpstr>PowerPoint 프레젠테이션</vt:lpstr>
      <vt:lpstr>PowerPoint 프레젠테이션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ssiwonk</dc:creator>
  <cp:lastModifiedBy>성진 문</cp:lastModifiedBy>
  <cp:revision>4368</cp:revision>
  <cp:lastPrinted>2014-04-11T08:28:11Z</cp:lastPrinted>
  <dcterms:created xsi:type="dcterms:W3CDTF">2009-10-15T04:17:23Z</dcterms:created>
  <dcterms:modified xsi:type="dcterms:W3CDTF">2026-04-29T00:49:00Z</dcterms:modified>
</cp:coreProperties>
</file>