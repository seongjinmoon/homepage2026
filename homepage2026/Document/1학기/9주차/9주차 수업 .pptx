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CRUD </a:t>
            </a:r>
            <a:r>
              <a:rPr lang="ko-KR" altLang="en-US" dirty="0"/>
              <a:t>테스트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페이징에 대해서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9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43</cp:revision>
  <dcterms:created xsi:type="dcterms:W3CDTF">2021-08-24T13:50:50Z</dcterms:created>
  <dcterms:modified xsi:type="dcterms:W3CDTF">2026-04-28T12:23:50Z</dcterms:modified>
</cp:coreProperties>
</file>