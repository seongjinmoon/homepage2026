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115114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삭제 시 왜 업데이트로 처리를 하는지에 대해서 설명</a:t>
            </a:r>
            <a:r>
              <a:rPr lang="en-US" altLang="ko-KR" dirty="0"/>
              <a:t>(</a:t>
            </a:r>
            <a:r>
              <a:rPr lang="ko-KR" altLang="en-US" dirty="0"/>
              <a:t>작업 다 하고 설명 시 </a:t>
            </a:r>
            <a:r>
              <a:rPr lang="ko-KR" altLang="en-US" dirty="0" err="1"/>
              <a:t>내꺼에서만</a:t>
            </a:r>
            <a:r>
              <a:rPr lang="ko-KR" altLang="en-US" dirty="0"/>
              <a:t> 개발해서 보여주기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에디터에 </a:t>
            </a:r>
            <a:r>
              <a:rPr lang="en-US" altLang="ko-KR" dirty="0" err="1"/>
              <a:t>TinyMCE</a:t>
            </a:r>
            <a:r>
              <a:rPr lang="en-US" altLang="ko-KR" dirty="0"/>
              <a:t> </a:t>
            </a:r>
            <a:r>
              <a:rPr lang="ko-KR" altLang="en-US" dirty="0"/>
              <a:t>붙여보기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upload</a:t>
            </a:r>
            <a:r>
              <a:rPr lang="ko-KR" altLang="en-US" dirty="0"/>
              <a:t>폴더 생성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첨부파일 시 </a:t>
            </a:r>
            <a:r>
              <a:rPr lang="en-US" altLang="ko-KR" dirty="0" err="1"/>
              <a:t>enctype</a:t>
            </a:r>
            <a:r>
              <a:rPr lang="en-US" altLang="ko-KR" dirty="0"/>
              <a:t>="multipart/form-data“ </a:t>
            </a:r>
            <a:r>
              <a:rPr lang="ko-KR" altLang="en-US" dirty="0"/>
              <a:t>요 부분에 대해서 설명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36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61</cp:revision>
  <dcterms:created xsi:type="dcterms:W3CDTF">2021-08-24T13:50:50Z</dcterms:created>
  <dcterms:modified xsi:type="dcterms:W3CDTF">2026-06-09T12:37:45Z</dcterms:modified>
</cp:coreProperties>
</file>