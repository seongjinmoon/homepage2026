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3" r:id="rId3"/>
    <p:sldId id="291" r:id="rId4"/>
    <p:sldId id="275" r:id="rId5"/>
    <p:sldId id="276" r:id="rId6"/>
    <p:sldId id="277" r:id="rId7"/>
    <p:sldId id="286" r:id="rId8"/>
    <p:sldId id="287" r:id="rId9"/>
    <p:sldId id="288" r:id="rId10"/>
    <p:sldId id="289" r:id="rId11"/>
    <p:sldId id="290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썸네일작업" id="{94CD10E8-5022-43C5-A62E-7771D9EAB6B5}">
          <p14:sldIdLst>
            <p14:sldId id="278"/>
            <p14:sldId id="273"/>
            <p14:sldId id="291"/>
            <p14:sldId id="275"/>
            <p14:sldId id="276"/>
            <p14:sldId id="277"/>
            <p14:sldId id="286"/>
            <p14:sldId id="287"/>
            <p14:sldId id="288"/>
            <p14:sldId id="289"/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5827A3-46B8-4B39-BA91-DB0A61F398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D01E4CC-D042-4C74-B54E-F83EB477A9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81B216-D194-44A2-B0D7-6CA0DDA01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A88FC0-CE33-42BA-917E-604ADB640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0B751A-1F40-4EA5-A202-D5C9F5178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4904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48DF99-1F06-4E22-9A5F-B1714467D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D3305D-C2C6-40C6-BFAE-B9E582852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71C3BB-62D6-4996-9AC9-D189BA61C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FB75F2-DABE-4CCD-A5AD-46162FADD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CCF931-01B5-4A2C-8B09-5CF2E8C1A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9728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7A9426-65A2-4900-8990-E97634B12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C2BE9D-6028-41A2-AF02-F973A5EB9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FF85CC-78DA-436E-9922-FE080ADA2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20F6C4-6712-4517-ADCA-D1872AEFB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62A118-48EF-4AAE-89D3-300AF33C7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0476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C08B45-E47B-4FA8-8DCD-C88D1A402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CFD435-2456-425B-9C80-C852C88F02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46F69E7-215C-41ED-AA7D-D7479F6DEA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838010-E7A1-48A3-B63D-D9C9E252C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2BAAAC-5678-4C64-82A9-E4E4996D9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33D76DC-C04D-4EA4-8AF4-C4183C5AB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6980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BB1966-134E-4F56-A3F1-5ABC56276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83B9F7-7971-42C7-AE7D-BE6073FE6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99848D5-2B6F-4EF5-BC66-F8795CE1DC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3E0536E-51A8-4F13-9439-88494FB78A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37C80D3-735A-456E-B4E7-840C90DD49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546BB32-90FA-4329-944D-AC4E3C4EB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4BAA552-620D-4703-BE4C-931025586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A146F76-4068-4E54-B7EC-A64575126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5134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F878C5-B0B8-406B-84FF-91919C1E4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A6B6181-4370-4457-979E-FA9FBC669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CDEB2AC-8C2D-49D2-A8A2-063078F29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EEDC0D-D5D8-410A-B44E-CE89C9D0E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056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61E76A5-B244-4D0B-9D93-42271AAB1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773A6E3-40DB-422E-B234-188FB5B07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5E9C80-56E9-41F6-B805-3D07E5E4E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2631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F91874-8CFF-484D-89D8-F96BF5F33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CD275F-93FC-4953-97C2-3425132F5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D0687E-9FCA-447C-8F60-2C7449E7E2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E737EEF-E97C-4A2F-B39F-D178C8EAC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396D2D-E3F9-4F7F-9980-902F7E985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9FC6F9-45F2-45C9-ABAA-84231DB59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8267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1295EF-F612-4021-AC9A-B492CFC3A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35DE248-AC64-4650-97D1-800C459E6E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431CD01-F10B-4D6C-97F3-0A3694EF53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ABD51D-4497-4A89-80EC-9FE8D4FC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DFC22A-DADC-48B3-8A30-DE2E9B6BE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E80F3F-A7CA-49F5-84E2-9348BEEAB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630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C0FEF7-7572-4A57-9549-48EEBD238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0165AA1-7191-42FB-AB0C-22E6105C68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450619-4396-483B-A213-1ED17E8B3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8CFFF4-0A26-4FC2-BD2F-5DFC5DBB6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0BFD6D-9BC7-4B62-BF98-32F9958B6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8200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C01CDCA-6367-41B0-8741-2ED8499166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799DC18-D558-4341-9E0C-BA303F2BC0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CA2E15-C907-4FCB-A9EC-DE3660580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492E68-A28B-434E-96D7-DE024916A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8B6D29-849E-4192-A3B7-2D99E6797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1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86DFD78-0084-4CE6-8E15-BB1973663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707C84-37D3-4FEC-B1F3-860E831826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272FB5-8C95-4443-A169-36E74C5421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B44BF-B9BC-47EE-A280-23436178F2B8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A2DFB5-EA44-4D9B-A815-5B4987955D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E1CFAF-C47C-4F71-90CA-F51287A9C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2628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BA3ACB0-1727-DB5A-D026-E29405024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555" y="641902"/>
            <a:ext cx="4905375" cy="52959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EE894B-C320-A18D-D11B-4ED8BB2DB7EE}"/>
              </a:ext>
            </a:extLst>
          </p:cNvPr>
          <p:cNvSpPr txBox="1"/>
          <p:nvPr/>
        </p:nvSpPr>
        <p:spPr>
          <a:xfrm>
            <a:off x="265043" y="165652"/>
            <a:ext cx="3105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디비버로</a:t>
            </a:r>
            <a:r>
              <a:rPr lang="ko-KR" altLang="en-US" dirty="0"/>
              <a:t> </a:t>
            </a:r>
            <a:r>
              <a:rPr lang="en-US" altLang="ko-KR" dirty="0"/>
              <a:t>BOARD_TYPE </a:t>
            </a:r>
            <a:r>
              <a:rPr lang="ko-KR" altLang="en-US" dirty="0"/>
              <a:t>추가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E41C2C-BB30-539F-3D3A-77C623F48038}"/>
              </a:ext>
            </a:extLst>
          </p:cNvPr>
          <p:cNvSpPr txBox="1"/>
          <p:nvPr/>
        </p:nvSpPr>
        <p:spPr>
          <a:xfrm>
            <a:off x="5473148" y="641902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ALTER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TABLE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E00C6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board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ADD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006464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BOARD_TYPE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varchar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</a:t>
            </a:r>
            <a:r>
              <a:rPr lang="en-US" altLang="ko-KR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COMMENT </a:t>
            </a:r>
            <a:r>
              <a:rPr lang="en-US" altLang="ko-KR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ko-KR" altLang="en-US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게시물타입</a:t>
            </a:r>
            <a:r>
              <a:rPr lang="en-US" altLang="ko-KR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US" altLang="ko-KR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ko-KR" alt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ko-KR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ALTER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TABLE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E00C6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board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CHANGE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BOARD_TYPE </a:t>
            </a:r>
            <a:r>
              <a:rPr lang="en-US" altLang="ko-KR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BOARD_TYPE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varchar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ko-KR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</a:t>
            </a:r>
            <a:r>
              <a:rPr lang="en-US" altLang="ko-KR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COMMENT </a:t>
            </a:r>
            <a:r>
              <a:rPr lang="en-US" altLang="ko-KR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ko-KR" altLang="en-US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게시물타입</a:t>
            </a:r>
            <a:r>
              <a:rPr lang="en-US" altLang="ko-KR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ko-KR" alt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AFTER</a:t>
            </a:r>
            <a:r>
              <a:rPr lang="en-US" altLang="ko-K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BOARD_ID</a:t>
            </a:r>
            <a:r>
              <a:rPr lang="en-US" altLang="ko-KR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altLang="ko-KR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altLang="ko-KR" sz="1800" b="1" dirty="0">
              <a:solidFill>
                <a:srgbClr val="8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altLang="ko-KR" sz="1800" b="1" dirty="0">
              <a:solidFill>
                <a:srgbClr val="8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dirty="0">
                <a:solidFill>
                  <a:srgbClr val="8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UPDATE</a:t>
            </a:r>
            <a:r>
              <a:rPr lang="en-US" altLang="ko-KR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800" dirty="0">
                <a:solidFill>
                  <a:srgbClr val="8E00C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BOARD</a:t>
            </a:r>
            <a:r>
              <a:rPr lang="en-US" altLang="ko-KR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solidFill>
                  <a:srgbClr val="000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endParaRPr lang="en-US" altLang="ko-KR" sz="180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dirty="0">
                <a:solidFill>
                  <a:srgbClr val="006464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BOARD_TYPE</a:t>
            </a:r>
            <a:r>
              <a:rPr lang="en-US" altLang="ko-KR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altLang="ko-KR" sz="1800" b="1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'NORMAL'</a:t>
            </a:r>
            <a:endParaRPr lang="en-US" altLang="ko-KR" sz="180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666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F5B94-A09E-9C0C-C8BA-8068762E3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28DE809-5C5D-A190-76A5-9C98B457DE1B}"/>
              </a:ext>
            </a:extLst>
          </p:cNvPr>
          <p:cNvSpPr/>
          <p:nvPr/>
        </p:nvSpPr>
        <p:spPr>
          <a:xfrm>
            <a:off x="238983" y="233912"/>
            <a:ext cx="12636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Header.jsp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C810F25-F03D-763F-1EF1-5801F0B38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878" y="953134"/>
            <a:ext cx="5220429" cy="65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299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75CB779-7041-4485-81F9-F11CCE3E3DFD}"/>
              </a:ext>
            </a:extLst>
          </p:cNvPr>
          <p:cNvSpPr/>
          <p:nvPr/>
        </p:nvSpPr>
        <p:spPr>
          <a:xfrm>
            <a:off x="237715" y="277200"/>
            <a:ext cx="25165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context-properties.xml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6C6BCDE-1433-49A2-9DD3-6B1556D24A64}"/>
              </a:ext>
            </a:extLst>
          </p:cNvPr>
          <p:cNvSpPr/>
          <p:nvPr/>
        </p:nvSpPr>
        <p:spPr>
          <a:xfrm>
            <a:off x="237715" y="1379672"/>
            <a:ext cx="105280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&lt;entry key="</a:t>
            </a:r>
            <a:r>
              <a:rPr lang="en-US" altLang="ko-KR" dirty="0" err="1"/>
              <a:t>photoThumbWidth</a:t>
            </a:r>
            <a:r>
              <a:rPr lang="en-US" altLang="ko-KR" dirty="0"/>
              <a:t>" value="200"/&gt;</a:t>
            </a:r>
          </a:p>
          <a:p>
            <a:r>
              <a:rPr lang="en-US" altLang="ko-KR" dirty="0"/>
              <a:t>&lt;entry key="</a:t>
            </a:r>
            <a:r>
              <a:rPr lang="en-US" altLang="ko-KR" dirty="0" err="1"/>
              <a:t>photoThumbHeight</a:t>
            </a:r>
            <a:r>
              <a:rPr lang="en-US" altLang="ko-KR" dirty="0"/>
              <a:t>" value="140"/&gt;</a:t>
            </a:r>
          </a:p>
          <a:p>
            <a:r>
              <a:rPr lang="en-US" altLang="ko-KR" dirty="0"/>
              <a:t>&lt;entry key=</a:t>
            </a:r>
            <a:r>
              <a:rPr lang="en-US" altLang="ko-KR" i="1" dirty="0"/>
              <a:t>"</a:t>
            </a:r>
            <a:r>
              <a:rPr lang="en-US" altLang="ko-KR" i="1" dirty="0" err="1"/>
              <a:t>imagePageUnit</a:t>
            </a:r>
            <a:r>
              <a:rPr lang="en-US" altLang="ko-KR" i="1" dirty="0"/>
              <a:t>"</a:t>
            </a:r>
            <a:r>
              <a:rPr lang="en-US" altLang="ko-KR" dirty="0"/>
              <a:t> value=</a:t>
            </a:r>
            <a:r>
              <a:rPr lang="en-US" altLang="ko-KR" i="1" dirty="0"/>
              <a:t>"12"</a:t>
            </a:r>
            <a:r>
              <a:rPr lang="en-US" altLang="ko-KR" dirty="0"/>
              <a:t>/&gt;</a:t>
            </a:r>
          </a:p>
          <a:p>
            <a:r>
              <a:rPr lang="en-US" altLang="ko-KR" dirty="0"/>
              <a:t>&lt;entry key=</a:t>
            </a:r>
            <a:r>
              <a:rPr lang="en-US" altLang="ko-KR" i="1" dirty="0"/>
              <a:t>"</a:t>
            </a:r>
            <a:r>
              <a:rPr lang="en-US" altLang="ko-KR" i="1" dirty="0" err="1"/>
              <a:t>imagePageSize</a:t>
            </a:r>
            <a:r>
              <a:rPr lang="en-US" altLang="ko-KR" i="1" dirty="0"/>
              <a:t>"</a:t>
            </a:r>
            <a:r>
              <a:rPr lang="en-US" altLang="ko-KR" dirty="0"/>
              <a:t> value=</a:t>
            </a:r>
            <a:r>
              <a:rPr lang="en-US" altLang="ko-KR" i="1" dirty="0"/>
              <a:t>"10"</a:t>
            </a:r>
            <a:r>
              <a:rPr lang="en-US" altLang="ko-KR" dirty="0"/>
              <a:t>/&gt;</a:t>
            </a:r>
          </a:p>
        </p:txBody>
      </p:sp>
    </p:spTree>
    <p:extLst>
      <p:ext uri="{BB962C8B-B14F-4D97-AF65-F5344CB8AC3E}">
        <p14:creationId xmlns:p14="http://schemas.microsoft.com/office/powerpoint/2010/main" val="515295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76EDF1F-CFE8-4431-A8E5-382894D91AFB}"/>
              </a:ext>
            </a:extLst>
          </p:cNvPr>
          <p:cNvSpPr/>
          <p:nvPr/>
        </p:nvSpPr>
        <p:spPr>
          <a:xfrm>
            <a:off x="361594" y="361175"/>
            <a:ext cx="6639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/>
              <a:t>pom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53C9D19-9F8A-427F-8E76-86DCB6B42691}"/>
              </a:ext>
            </a:extLst>
          </p:cNvPr>
          <p:cNvSpPr/>
          <p:nvPr/>
        </p:nvSpPr>
        <p:spPr>
          <a:xfrm>
            <a:off x="-1569843" y="1013747"/>
            <a:ext cx="963149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		&lt;!-- </a:t>
            </a:r>
            <a:r>
              <a:rPr lang="ko-KR" altLang="en-US" dirty="0"/>
              <a:t>썸네일 </a:t>
            </a:r>
            <a:r>
              <a:rPr lang="en-US" altLang="ko-KR" dirty="0"/>
              <a:t>--&gt;</a:t>
            </a:r>
          </a:p>
          <a:p>
            <a:r>
              <a:rPr lang="en-US" altLang="ko-KR" dirty="0"/>
              <a:t>		&lt;dependency&gt;</a:t>
            </a:r>
          </a:p>
          <a:p>
            <a:r>
              <a:rPr lang="en-US" altLang="ko-KR" dirty="0"/>
              <a:t>		    &lt;</a:t>
            </a:r>
            <a:r>
              <a:rPr lang="en-US" altLang="ko-KR" dirty="0" err="1"/>
              <a:t>groupId</a:t>
            </a:r>
            <a:r>
              <a:rPr lang="en-US" altLang="ko-KR" dirty="0"/>
              <a:t>&gt;</a:t>
            </a:r>
            <a:r>
              <a:rPr lang="en-US" altLang="ko-KR" dirty="0" err="1"/>
              <a:t>net.coobird</a:t>
            </a:r>
            <a:r>
              <a:rPr lang="en-US" altLang="ko-KR" dirty="0"/>
              <a:t>&lt;/</a:t>
            </a:r>
            <a:r>
              <a:rPr lang="en-US" altLang="ko-KR" dirty="0" err="1"/>
              <a:t>groupId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		    &lt;</a:t>
            </a:r>
            <a:r>
              <a:rPr lang="en-US" altLang="ko-KR" dirty="0" err="1"/>
              <a:t>artifactId</a:t>
            </a:r>
            <a:r>
              <a:rPr lang="en-US" altLang="ko-KR" dirty="0"/>
              <a:t>&gt;</a:t>
            </a:r>
            <a:r>
              <a:rPr lang="en-US" altLang="ko-KR" dirty="0" err="1"/>
              <a:t>thumbnailator</a:t>
            </a:r>
            <a:r>
              <a:rPr lang="en-US" altLang="ko-KR" dirty="0"/>
              <a:t>&lt;/</a:t>
            </a:r>
            <a:r>
              <a:rPr lang="en-US" altLang="ko-KR" dirty="0" err="1"/>
              <a:t>artifactId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		    &lt;version&gt;0.4.2&lt;/version&gt;</a:t>
            </a:r>
          </a:p>
          <a:p>
            <a:r>
              <a:rPr lang="en-US" altLang="ko-KR" dirty="0"/>
              <a:t>		&lt;/dependency&gt;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82899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59710D9-C8F2-467B-8D0B-2C8DCFFA2976}"/>
              </a:ext>
            </a:extLst>
          </p:cNvPr>
          <p:cNvSpPr/>
          <p:nvPr/>
        </p:nvSpPr>
        <p:spPr>
          <a:xfrm>
            <a:off x="241109" y="239877"/>
            <a:ext cx="31516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EgovImageProcessController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4934C8-8276-4C8D-AC50-CB4366AAF542}"/>
              </a:ext>
            </a:extLst>
          </p:cNvPr>
          <p:cNvSpPr txBox="1"/>
          <p:nvPr/>
        </p:nvSpPr>
        <p:spPr>
          <a:xfrm>
            <a:off x="282140" y="1526393"/>
            <a:ext cx="57262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위에 추가 후 </a:t>
            </a:r>
            <a:endParaRPr lang="en-US" altLang="ko-KR" dirty="0"/>
          </a:p>
          <a:p>
            <a:r>
              <a:rPr lang="en-US" altLang="ko-KR" dirty="0"/>
              <a:t>/cmm/fms/getThumbImage.do </a:t>
            </a:r>
            <a:r>
              <a:rPr lang="ko-KR" altLang="en-US" dirty="0" err="1"/>
              <a:t>어노테이션</a:t>
            </a:r>
            <a:r>
              <a:rPr lang="ko-KR" altLang="en-US" dirty="0"/>
              <a:t> 관련 추가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0480651-A946-9F10-C838-11A53BB49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008" y="854436"/>
            <a:ext cx="3879107" cy="540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791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26EDCA4-F65B-4D96-A339-7DF8FC6A14DB}"/>
              </a:ext>
            </a:extLst>
          </p:cNvPr>
          <p:cNvSpPr/>
          <p:nvPr/>
        </p:nvSpPr>
        <p:spPr>
          <a:xfrm>
            <a:off x="223935" y="897600"/>
            <a:ext cx="1136468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, (SELECT </a:t>
            </a:r>
          </a:p>
          <a:p>
            <a:r>
              <a:rPr lang="en-US" altLang="ko-KR" dirty="0"/>
              <a:t>					CONCAT(X.STRE_FILE_NM, '.', X.FILE_EXTSN) </a:t>
            </a:r>
          </a:p>
          <a:p>
            <a:r>
              <a:rPr lang="en-US" altLang="ko-KR" dirty="0"/>
              <a:t>				FROM LETTNFILEDETAIL X </a:t>
            </a:r>
          </a:p>
          <a:p>
            <a:r>
              <a:rPr lang="en-US" altLang="ko-KR" dirty="0"/>
              <a:t>				WHERE X.ATCH_FILE_ID = A.ATCH_FILE_ID </a:t>
            </a:r>
          </a:p>
          <a:p>
            <a:r>
              <a:rPr lang="en-US" altLang="ko-KR" dirty="0"/>
              <a:t>					AND UPPER(FILE_EXTSN) IN ('GIF','JPG','JPEG','BMP','PNG')</a:t>
            </a:r>
          </a:p>
          <a:p>
            <a:r>
              <a:rPr lang="en-US" altLang="ko-KR" dirty="0"/>
              <a:t>				ORDER BY FILE_SN</a:t>
            </a:r>
          </a:p>
          <a:p>
            <a:r>
              <a:rPr lang="en-US" altLang="ko-KR" dirty="0"/>
              <a:t>				LIMIT 1</a:t>
            </a:r>
          </a:p>
          <a:p>
            <a:r>
              <a:rPr lang="en-US" altLang="ko-KR" dirty="0"/>
              <a:t>			) AS ATCH_FILE_NM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2A05834-F4C5-479F-AA54-C77381E9AD13}"/>
              </a:ext>
            </a:extLst>
          </p:cNvPr>
          <p:cNvSpPr/>
          <p:nvPr/>
        </p:nvSpPr>
        <p:spPr>
          <a:xfrm>
            <a:off x="223935" y="305192"/>
            <a:ext cx="13034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/>
              <a:t>Board_SQL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BCF7C12-9BF4-0111-CCEC-56B172AF2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1" y="3879366"/>
            <a:ext cx="5562600" cy="25050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B318DDB-22DE-49E9-E774-35E06016A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5685" y="3429000"/>
            <a:ext cx="4200525" cy="3209925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1EDD43F0-9945-3597-F5C7-DFF52DA3DB85}"/>
              </a:ext>
            </a:extLst>
          </p:cNvPr>
          <p:cNvSpPr/>
          <p:nvPr/>
        </p:nvSpPr>
        <p:spPr>
          <a:xfrm>
            <a:off x="419101" y="3429000"/>
            <a:ext cx="11081237" cy="32099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dirty="0">
                <a:solidFill>
                  <a:sysClr val="windowText" lastClr="000000"/>
                </a:solidFill>
              </a:rPr>
              <a:t>의미 없음</a:t>
            </a:r>
          </a:p>
        </p:txBody>
      </p:sp>
    </p:spTree>
    <p:extLst>
      <p:ext uri="{BB962C8B-B14F-4D97-AF65-F5344CB8AC3E}">
        <p14:creationId xmlns:p14="http://schemas.microsoft.com/office/powerpoint/2010/main" val="2616293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62A05834-F4C5-479F-AA54-C77381E9AD13}"/>
              </a:ext>
            </a:extLst>
          </p:cNvPr>
          <p:cNvSpPr/>
          <p:nvPr/>
        </p:nvSpPr>
        <p:spPr>
          <a:xfrm>
            <a:off x="223935" y="305192"/>
            <a:ext cx="13034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/>
              <a:t>Board_SQL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F37EBC9-8677-7964-EF50-7E61B7BC5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518" y="1280403"/>
            <a:ext cx="5136874" cy="4297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528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62A05834-F4C5-479F-AA54-C77381E9AD13}"/>
              </a:ext>
            </a:extLst>
          </p:cNvPr>
          <p:cNvSpPr/>
          <p:nvPr/>
        </p:nvSpPr>
        <p:spPr>
          <a:xfrm>
            <a:off x="309076" y="1893982"/>
            <a:ext cx="1822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BoardController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228B2C2-FD63-8F67-DB59-9F93B3778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935" y="3123833"/>
            <a:ext cx="10582275" cy="324802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DFB26BE-0E1C-6547-4936-DA5B564F1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76" y="2503397"/>
            <a:ext cx="4353783" cy="50960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8CC21AB-2DB3-88DE-68A6-1B92F4FFD1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076" y="534312"/>
            <a:ext cx="2475155" cy="5545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79EE0E5-14C7-BA33-2376-12EA6DA16C49}"/>
              </a:ext>
            </a:extLst>
          </p:cNvPr>
          <p:cNvSpPr txBox="1"/>
          <p:nvPr/>
        </p:nvSpPr>
        <p:spPr>
          <a:xfrm>
            <a:off x="309076" y="11681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u="sng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BoardVO</a:t>
            </a:r>
            <a:endParaRPr lang="en-US" altLang="ko-KR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987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62A05834-F4C5-479F-AA54-C77381E9AD13}"/>
              </a:ext>
            </a:extLst>
          </p:cNvPr>
          <p:cNvSpPr/>
          <p:nvPr/>
        </p:nvSpPr>
        <p:spPr>
          <a:xfrm>
            <a:off x="223935" y="305192"/>
            <a:ext cx="1822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BoardSelectList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C9423B2-EB81-42BE-0F62-F2AA558CD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198" y="1029528"/>
            <a:ext cx="4297530" cy="284010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1B3040E-733D-8609-3F57-C8C7A6F20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0328" y="1245704"/>
            <a:ext cx="6382841" cy="22356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85BF318-969C-D83E-191A-814262612D4F}"/>
              </a:ext>
            </a:extLst>
          </p:cNvPr>
          <p:cNvSpPr txBox="1"/>
          <p:nvPr/>
        </p:nvSpPr>
        <p:spPr>
          <a:xfrm>
            <a:off x="6096000" y="3922643"/>
            <a:ext cx="3177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기존 게시판 </a:t>
            </a:r>
            <a:r>
              <a:rPr lang="en-US" altLang="ko-KR" dirty="0"/>
              <a:t>c:choose</a:t>
            </a:r>
            <a:r>
              <a:rPr lang="ko-KR" altLang="en-US" dirty="0"/>
              <a:t>로 변경</a:t>
            </a:r>
          </a:p>
        </p:txBody>
      </p:sp>
    </p:spTree>
    <p:extLst>
      <p:ext uri="{BB962C8B-B14F-4D97-AF65-F5344CB8AC3E}">
        <p14:creationId xmlns:p14="http://schemas.microsoft.com/office/powerpoint/2010/main" val="4063621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62A05834-F4C5-479F-AA54-C77381E9AD13}"/>
              </a:ext>
            </a:extLst>
          </p:cNvPr>
          <p:cNvSpPr/>
          <p:nvPr/>
        </p:nvSpPr>
        <p:spPr>
          <a:xfrm>
            <a:off x="223935" y="305192"/>
            <a:ext cx="14092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BoardSelect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85EE885-03E2-6F59-9B64-1CCD7884E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486" y="836884"/>
            <a:ext cx="4331592" cy="2833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766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62A05834-F4C5-479F-AA54-C77381E9AD13}"/>
              </a:ext>
            </a:extLst>
          </p:cNvPr>
          <p:cNvSpPr/>
          <p:nvPr/>
        </p:nvSpPr>
        <p:spPr>
          <a:xfrm>
            <a:off x="223935" y="305192"/>
            <a:ext cx="1424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BoardRegist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A17E0B5-CDBE-24C6-3CF4-8E98D0659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81" y="854765"/>
            <a:ext cx="5282655" cy="5148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989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1747</TotalTime>
  <Words>284</Words>
  <Application>Microsoft Office PowerPoint</Application>
  <PresentationFormat>와이드스크린</PresentationFormat>
  <Paragraphs>40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맑은 고딕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SJ</dc:creator>
  <cp:lastModifiedBy>성진 문</cp:lastModifiedBy>
  <cp:revision>55</cp:revision>
  <dcterms:created xsi:type="dcterms:W3CDTF">2021-08-31T12:05:11Z</dcterms:created>
  <dcterms:modified xsi:type="dcterms:W3CDTF">2026-06-23T14:52:37Z</dcterms:modified>
</cp:coreProperties>
</file>