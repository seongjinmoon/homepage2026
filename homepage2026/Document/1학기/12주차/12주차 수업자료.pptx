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2" r:id="rId3"/>
    <p:sldId id="270" r:id="rId4"/>
    <p:sldId id="268" r:id="rId5"/>
    <p:sldId id="266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0F24C-B908-BFB6-8EF5-5299DE3BC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20E1E0-ECA9-3267-9630-87D2A03AC36B}"/>
              </a:ext>
            </a:extLst>
          </p:cNvPr>
          <p:cNvSpPr txBox="1"/>
          <p:nvPr/>
        </p:nvSpPr>
        <p:spPr>
          <a:xfrm>
            <a:off x="205154" y="81185"/>
            <a:ext cx="2870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 err="1"/>
              <a:t>ImagePaginationRenderer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F250D5-A242-A33F-A75B-5CF40FA74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27" y="735621"/>
            <a:ext cx="11344047" cy="1925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8BFB77-8CF8-B371-F7AC-B2F677B43A06}"/>
              </a:ext>
            </a:extLst>
          </p:cNvPr>
          <p:cNvSpPr txBox="1"/>
          <p:nvPr/>
        </p:nvSpPr>
        <p:spPr>
          <a:xfrm>
            <a:off x="416169" y="3229708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기존꺼</a:t>
            </a:r>
            <a:r>
              <a:rPr lang="ko-KR" altLang="en-US" dirty="0"/>
              <a:t> 주석처리 후 신규로 생성</a:t>
            </a:r>
          </a:p>
        </p:txBody>
      </p:sp>
    </p:spTree>
    <p:extLst>
      <p:ext uri="{BB962C8B-B14F-4D97-AF65-F5344CB8AC3E}">
        <p14:creationId xmlns:p14="http://schemas.microsoft.com/office/powerpoint/2010/main" val="341522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C540-4502-F208-484B-17F76934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735869-1CD8-A968-1D42-250B0E429002}"/>
              </a:ext>
            </a:extLst>
          </p:cNvPr>
          <p:cNvSpPr txBox="1"/>
          <p:nvPr/>
        </p:nvSpPr>
        <p:spPr>
          <a:xfrm>
            <a:off x="205154" y="8118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include </a:t>
            </a:r>
            <a:r>
              <a:rPr lang="ko-KR" altLang="en-US" dirty="0"/>
              <a:t>추가 작업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2EA5A65-356D-B1F4-1A41-99A12DBE4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65" y="468101"/>
            <a:ext cx="2533958" cy="7335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B04556-CC86-37F0-4539-4A1434C9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65" y="1536277"/>
            <a:ext cx="6855358" cy="165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8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E9F0D-C538-7991-25AD-47DCB908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8DA014-A6D5-0337-DAE1-7817A2627DAF}"/>
              </a:ext>
            </a:extLst>
          </p:cNvPr>
          <p:cNvSpPr txBox="1"/>
          <p:nvPr/>
        </p:nvSpPr>
        <p:spPr>
          <a:xfrm>
            <a:off x="451276" y="3059668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index.</a:t>
            </a:r>
            <a:r>
              <a:rPr lang="en-US" altLang="ko-KR" err="1"/>
              <a:t>jsp</a:t>
            </a:r>
            <a:r>
              <a:rPr lang="en-US" altLang="ko-KR" dirty="0"/>
              <a:t> </a:t>
            </a:r>
            <a:r>
              <a:rPr lang="ko-KR" altLang="en-US" dirty="0"/>
              <a:t>경로수정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5FF85-C1BE-809D-FCCF-586699E79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6" y="450517"/>
            <a:ext cx="1304769" cy="3056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DF55BD-DB87-8105-239F-D257BF485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6" y="910294"/>
            <a:ext cx="4644680" cy="19735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41A28E-418D-50DE-6B56-1E0604AD2207}"/>
              </a:ext>
            </a:extLst>
          </p:cNvPr>
          <p:cNvSpPr txBox="1"/>
          <p:nvPr/>
        </p:nvSpPr>
        <p:spPr>
          <a:xfrm>
            <a:off x="205154" y="81185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목록 페이지 작업 후 변경</a:t>
            </a:r>
          </a:p>
        </p:txBody>
      </p:sp>
    </p:spTree>
    <p:extLst>
      <p:ext uri="{BB962C8B-B14F-4D97-AF65-F5344CB8AC3E}">
        <p14:creationId xmlns:p14="http://schemas.microsoft.com/office/powerpoint/2010/main" val="1720179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8C459A-E5EE-4AFC-B2A6-9EBF1567E627}"/>
              </a:ext>
            </a:extLst>
          </p:cNvPr>
          <p:cNvSpPr/>
          <p:nvPr/>
        </p:nvSpPr>
        <p:spPr>
          <a:xfrm>
            <a:off x="284921" y="329728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EMPLYR_ID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USER_NM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ESNTL_ID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PASSWORD_HINT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PASSWORD_CNSR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'user1'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사용자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1'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'USRCNFRM_00000000001'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힌트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답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EMPLYR_ID =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78EDEC-18F4-4A7C-9BCA-5CFAD2FC05B7}"/>
              </a:ext>
            </a:extLst>
          </p:cNvPr>
          <p:cNvSpPr/>
          <p:nvPr/>
        </p:nvSpPr>
        <p:spPr>
          <a:xfrm>
            <a:off x="6186188" y="270881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INSERT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INTO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EMPLYR_ID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USER_NM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ESNTL_ID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PASSWORD_HINT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PASSWORD_CNSR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SELECT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'user2'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ORGNZT_ID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사용자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2'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PASSWORD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GROUP_ID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PSTINST_CODE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EMPLYR_STTUS_CODE</a:t>
            </a: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'USRCNFRM_00000000002'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힌트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r>
              <a:rPr lang="ko-KR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비밀번호 답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</a:t>
            </a:r>
            <a:endParaRPr lang="ko-KR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FROM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lettnemplyrinfo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ko-KR" b="1" dirty="0">
                <a:solidFill>
                  <a:srgbClr val="800000"/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EMPLYR_ID = </a:t>
            </a:r>
            <a:r>
              <a:rPr lang="en-US" altLang="ko-KR" dirty="0">
                <a:solidFill>
                  <a:srgbClr val="008000"/>
                </a:solidFill>
                <a:latin typeface="Consolas" panose="020B0609020204030204" pitchFamily="49" charset="0"/>
              </a:rPr>
              <a:t>'admin'</a:t>
            </a:r>
            <a:endParaRPr lang="en-US" altLang="ko-KR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2B37C-ECB7-39C3-40B1-3A72EC6B991B}"/>
              </a:ext>
            </a:extLst>
          </p:cNvPr>
          <p:cNvSpPr txBox="1"/>
          <p:nvPr/>
        </p:nvSpPr>
        <p:spPr>
          <a:xfrm>
            <a:off x="0" y="0"/>
            <a:ext cx="7854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비밀 글 확인 용</a:t>
            </a:r>
            <a:r>
              <a:rPr lang="en-US" altLang="ko-KR" dirty="0"/>
              <a:t>(</a:t>
            </a:r>
            <a:r>
              <a:rPr lang="ko-KR" altLang="en-US" dirty="0"/>
              <a:t>등록 후 로그인하면서 암호를 변경해야 함</a:t>
            </a:r>
            <a:r>
              <a:rPr lang="en-US" altLang="ko-KR" dirty="0"/>
              <a:t>) insert-select</a:t>
            </a:r>
            <a:r>
              <a:rPr lang="ko-KR" altLang="en-US" dirty="0"/>
              <a:t>용</a:t>
            </a:r>
          </a:p>
        </p:txBody>
      </p:sp>
    </p:spTree>
    <p:extLst>
      <p:ext uri="{BB962C8B-B14F-4D97-AF65-F5344CB8AC3E}">
        <p14:creationId xmlns:p14="http://schemas.microsoft.com/office/powerpoint/2010/main" val="197826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193544B-F7A6-460D-9D74-59150F6B79FE}"/>
              </a:ext>
            </a:extLst>
          </p:cNvPr>
          <p:cNvSpPr/>
          <p:nvPr/>
        </p:nvSpPr>
        <p:spPr>
          <a:xfrm>
            <a:off x="242596" y="2646601"/>
            <a:ext cx="87894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&lt;entry key="</a:t>
            </a:r>
            <a:r>
              <a:rPr lang="en-US" altLang="ko-KR" dirty="0" err="1"/>
              <a:t>board.fileStorePath</a:t>
            </a:r>
            <a:r>
              <a:rPr lang="en-US" altLang="ko-KR" dirty="0"/>
              <a:t>" value="${</a:t>
            </a:r>
            <a:r>
              <a:rPr lang="en-US" altLang="ko-KR" dirty="0" err="1"/>
              <a:t>Globals.File</a:t>
            </a:r>
            <a:r>
              <a:rPr lang="en-US" altLang="ko-KR" dirty="0"/>
              <a:t>}/upload/board/"/&gt;</a:t>
            </a:r>
          </a:p>
          <a:p>
            <a:r>
              <a:rPr lang="en-US" altLang="ko-KR" dirty="0"/>
              <a:t>	        	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photoThumbWidth</a:t>
            </a:r>
            <a:r>
              <a:rPr lang="en-US" altLang="ko-KR" dirty="0"/>
              <a:t>" value="200"/&gt;</a:t>
            </a:r>
          </a:p>
          <a:p>
            <a:r>
              <a:rPr lang="en-US" altLang="ko-KR" dirty="0"/>
              <a:t>&lt;entry key="</a:t>
            </a:r>
            <a:r>
              <a:rPr lang="en-US" altLang="ko-KR" dirty="0" err="1"/>
              <a:t>photoThumbHeight</a:t>
            </a:r>
            <a:r>
              <a:rPr lang="en-US" altLang="ko-KR" dirty="0"/>
              <a:t>" value="140"/&gt;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950C89-21C1-4B97-BF2C-B1BD37B6AB5B}"/>
              </a:ext>
            </a:extLst>
          </p:cNvPr>
          <p:cNvSpPr/>
          <p:nvPr/>
        </p:nvSpPr>
        <p:spPr>
          <a:xfrm>
            <a:off x="321690" y="2171311"/>
            <a:ext cx="25165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context-properties.xml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D21D11-4DAF-4BDC-BA2E-E60796072085}"/>
              </a:ext>
            </a:extLst>
          </p:cNvPr>
          <p:cNvSpPr/>
          <p:nvPr/>
        </p:nvSpPr>
        <p:spPr>
          <a:xfrm>
            <a:off x="242596" y="1189651"/>
            <a:ext cx="1194940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300" dirty="0"/>
              <a:t># file</a:t>
            </a:r>
            <a:r>
              <a:rPr lang="ko-KR" altLang="en-US" sz="1300" dirty="0"/>
              <a:t>경로</a:t>
            </a:r>
          </a:p>
          <a:p>
            <a:r>
              <a:rPr lang="en-US" altLang="ko-KR" sz="1300" dirty="0" err="1"/>
              <a:t>Globals.File</a:t>
            </a:r>
            <a:r>
              <a:rPr lang="en-US" altLang="ko-KR" sz="1300" dirty="0"/>
              <a:t> = D:/JAVA_PROJECTS/kopo/2023/homepage/workspace/.metadata/.plugins/org.eclipse.wst.server.core/tmp0/wtpwebapps/homepage2023</a:t>
            </a:r>
            <a:endParaRPr lang="ko-KR" altLang="en-US" sz="13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7FF9E9C-6C6C-48F1-9D41-37F1EC5E5365}"/>
              </a:ext>
            </a:extLst>
          </p:cNvPr>
          <p:cNvSpPr/>
          <p:nvPr/>
        </p:nvSpPr>
        <p:spPr>
          <a:xfrm>
            <a:off x="242596" y="743728"/>
            <a:ext cx="2043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globals.properties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A9697-DF95-45D5-9FC5-0A77B881FC2C}"/>
              </a:ext>
            </a:extLst>
          </p:cNvPr>
          <p:cNvSpPr txBox="1"/>
          <p:nvPr/>
        </p:nvSpPr>
        <p:spPr>
          <a:xfrm>
            <a:off x="321690" y="225144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첨부파일 작업 시 진행</a:t>
            </a:r>
          </a:p>
        </p:txBody>
      </p:sp>
    </p:spTree>
    <p:extLst>
      <p:ext uri="{BB962C8B-B14F-4D97-AF65-F5344CB8AC3E}">
        <p14:creationId xmlns:p14="http://schemas.microsoft.com/office/powerpoint/2010/main" val="217268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316</Words>
  <Application>Microsoft Office PowerPoint</Application>
  <PresentationFormat>와이드스크린</PresentationFormat>
  <Paragraphs>63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33</cp:revision>
  <dcterms:created xsi:type="dcterms:W3CDTF">2021-08-31T12:05:11Z</dcterms:created>
  <dcterms:modified xsi:type="dcterms:W3CDTF">2026-05-19T12:29:33Z</dcterms:modified>
</cp:coreProperties>
</file>