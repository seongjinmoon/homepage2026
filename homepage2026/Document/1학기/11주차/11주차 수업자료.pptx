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4" r:id="rId2"/>
    <p:sldId id="263" r:id="rId3"/>
    <p:sldId id="265" r:id="rId4"/>
    <p:sldId id="262" r:id="rId5"/>
    <p:sldId id="269" r:id="rId6"/>
    <p:sldId id="267" r:id="rId7"/>
    <p:sldId id="271" r:id="rId8"/>
    <p:sldId id="270" r:id="rId9"/>
    <p:sldId id="268" r:id="rId10"/>
    <p:sldId id="266" r:id="rId11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63" d="100"/>
          <a:sy n="163" d="100"/>
        </p:scale>
        <p:origin x="150" y="5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05827A3-46B8-4B39-BA91-DB0A61F398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FD01E4CC-D042-4C74-B54E-F83EB477A9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281B216-D194-44A2-B0D7-6CA0DDA010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B44BF-B9BC-47EE-A280-23436178F2B8}" type="datetimeFigureOut">
              <a:rPr lang="ko-KR" altLang="en-US" smtClean="0"/>
              <a:t>2026-05-12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6A88FC0-CE33-42BA-917E-604ADB6403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D0B751A-1F40-4EA5-A202-D5C9F5178D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03A6B-8277-4380-89CD-E67BF0B31AC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449044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748DF99-1F06-4E22-9A5F-B1714467D5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0D3305D-C2C6-40C6-BFAE-B9E5828520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471C3BB-62D6-4996-9AC9-D189BA61C4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B44BF-B9BC-47EE-A280-23436178F2B8}" type="datetimeFigureOut">
              <a:rPr lang="ko-KR" altLang="en-US" smtClean="0"/>
              <a:t>2026-05-12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5FB75F2-DABE-4CCD-A5AD-46162FADD4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5CCF931-01B5-4A2C-8B09-5CF2E8C1A4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03A6B-8277-4380-89CD-E67BF0B31AC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097283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D7A9426-65A2-4900-8990-E97634B12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7C2BE9D-6028-41A2-AF02-F973A5EB9D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FFF85CC-78DA-436E-9922-FE080ADA25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B44BF-B9BC-47EE-A280-23436178F2B8}" type="datetimeFigureOut">
              <a:rPr lang="ko-KR" altLang="en-US" smtClean="0"/>
              <a:t>2026-05-12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420F6C4-6712-4517-ADCA-D1872AEFB7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562A118-48EF-4AAE-89D3-300AF33C79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03A6B-8277-4380-89CD-E67BF0B31AC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204767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CC08B45-E47B-4FA8-8DCD-C88D1A4022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3CFD435-2456-425B-9C80-C852C88F027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46F69E7-215C-41ED-AA7D-D7479F6DEA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D838010-E7A1-48A3-B63D-D9C9E252C0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B44BF-B9BC-47EE-A280-23436178F2B8}" type="datetimeFigureOut">
              <a:rPr lang="ko-KR" altLang="en-US" smtClean="0"/>
              <a:t>2026-05-12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72BAAAC-5678-4C64-82A9-E4E4996D9D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33D76DC-C04D-4EA4-8AF4-C4183C5AB3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03A6B-8277-4380-89CD-E67BF0B31AC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569809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0BB1966-134E-4F56-A3F1-5ABC562761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B83B9F7-7971-42C7-AE7D-BE6073FE69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99848D5-2B6F-4EF5-BC66-F8795CE1DC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13E0536E-51A8-4F13-9439-88494FB78A5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E37C80D3-735A-456E-B4E7-840C90DD493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B546BB32-90FA-4329-944D-AC4E3C4EB3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B44BF-B9BC-47EE-A280-23436178F2B8}" type="datetimeFigureOut">
              <a:rPr lang="ko-KR" altLang="en-US" smtClean="0"/>
              <a:t>2026-05-12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84BAA552-620D-4703-BE4C-931025586C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DA146F76-4068-4E54-B7EC-A645751264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03A6B-8277-4380-89CD-E67BF0B31AC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651340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4F878C5-B0B8-406B-84FF-91919C1E44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1A6B6181-4370-4457-979E-FA9FBC6697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B44BF-B9BC-47EE-A280-23436178F2B8}" type="datetimeFigureOut">
              <a:rPr lang="ko-KR" altLang="en-US" smtClean="0"/>
              <a:t>2026-05-12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CDEB2AC-8C2D-49D2-A8A2-063078F290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EEEDC0D-D5D8-410A-B44E-CE89C9D0E5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03A6B-8277-4380-89CD-E67BF0B31AC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000564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C61E76A5-B244-4D0B-9D93-42271AAB19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B44BF-B9BC-47EE-A280-23436178F2B8}" type="datetimeFigureOut">
              <a:rPr lang="ko-KR" altLang="en-US" smtClean="0"/>
              <a:t>2026-05-12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6773A6E3-40DB-422E-B234-188FB5B077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D5E9C80-56E9-41F6-B805-3D07E5E4E8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03A6B-8277-4380-89CD-E67BF0B31AC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826316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1F91874-8CFF-484D-89D8-F96BF5F331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4CD275F-93FC-4953-97C2-3425132F5D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1D0687E-9FCA-447C-8F60-2C7449E7E2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E737EEF-E97C-4A2F-B39F-D178C8EACF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B44BF-B9BC-47EE-A280-23436178F2B8}" type="datetimeFigureOut">
              <a:rPr lang="ko-KR" altLang="en-US" smtClean="0"/>
              <a:t>2026-05-12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7396D2D-E3F9-4F7F-9980-902F7E985E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B9FC6F9-45F2-45C9-ABAA-84231DB592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03A6B-8277-4380-89CD-E67BF0B31AC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182676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41295EF-F612-4021-AC9A-B492CFC3A0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C35DE248-AC64-4650-97D1-800C459E6E7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431CD01-F10B-4D6C-97F3-0A3694EF53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4ABD51D-4497-4A89-80EC-9FE8D4FC46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B44BF-B9BC-47EE-A280-23436178F2B8}" type="datetimeFigureOut">
              <a:rPr lang="ko-KR" altLang="en-US" smtClean="0"/>
              <a:t>2026-05-12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3DFC22A-DADC-48B3-8A30-DE2E9B6BEA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BE80F3F-A7CA-49F5-84E2-9348BEEABF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03A6B-8277-4380-89CD-E67BF0B31AC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606301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CC0FEF7-7572-4A57-9549-48EEBD238B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0165AA1-7191-42FB-AB0C-22E6105C68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4450619-4396-483B-A213-1ED17E8B31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B44BF-B9BC-47EE-A280-23436178F2B8}" type="datetimeFigureOut">
              <a:rPr lang="ko-KR" altLang="en-US" smtClean="0"/>
              <a:t>2026-05-12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28CFFF4-0A26-4FC2-BD2F-5DFC5DBB66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C0BFD6D-9BC7-4B62-BF98-32F9958B6B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03A6B-8277-4380-89CD-E67BF0B31AC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782006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AC01CDCA-6367-41B0-8741-2ED8499166C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799DC18-D558-4341-9E0C-BA303F2BC0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5CA2E15-C907-4FCB-A9EC-DE36605808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B44BF-B9BC-47EE-A280-23436178F2B8}" type="datetimeFigureOut">
              <a:rPr lang="ko-KR" altLang="en-US" smtClean="0"/>
              <a:t>2026-05-12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3492E68-A28B-434E-96D7-DE024916AF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C8B6D29-849E-4192-A3B7-2D99E67974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03A6B-8277-4380-89CD-E67BF0B31AC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6616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E86DFD78-0084-4CE6-8E15-BB1973663D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2707C84-37D3-4FEC-B1F3-860E831826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6272FB5-8C95-4443-A169-36E74C54210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5B44BF-B9BC-47EE-A280-23436178F2B8}" type="datetimeFigureOut">
              <a:rPr lang="ko-KR" altLang="en-US" smtClean="0"/>
              <a:t>2026-05-12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5A2DFB5-EA44-4D9B-A815-5B4987955DD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AE1CFAF-C47C-4F71-90CA-F51287A9C9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F03A6B-8277-4380-89CD-E67BF0B31AC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426288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D16FDDA9-DDFF-4AFA-A369-17562FF5AA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2686" y="886412"/>
            <a:ext cx="3152775" cy="2638425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7E9EA962-EA87-40B1-AB2F-BC95D5F219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1219" y="946629"/>
            <a:ext cx="1314450" cy="2609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49171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CBB50683-AA30-4724-9126-42FF3329407B}"/>
              </a:ext>
            </a:extLst>
          </p:cNvPr>
          <p:cNvSpPr/>
          <p:nvPr/>
        </p:nvSpPr>
        <p:spPr>
          <a:xfrm>
            <a:off x="171189" y="280335"/>
            <a:ext cx="12192000" cy="59093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b="1" dirty="0">
                <a:solidFill>
                  <a:srgbClr val="800000"/>
                </a:solidFill>
                <a:latin typeface="Consolas" panose="020B0609020204030204" pitchFamily="49" charset="0"/>
              </a:rPr>
              <a:t>CREATE</a:t>
            </a:r>
            <a:r>
              <a:rPr lang="en-US" altLang="ko-KR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ko-KR" b="1" dirty="0">
                <a:solidFill>
                  <a:srgbClr val="800000"/>
                </a:solidFill>
                <a:latin typeface="Consolas" panose="020B0609020204030204" pitchFamily="49" charset="0"/>
              </a:rPr>
              <a:t>TABLE</a:t>
            </a:r>
            <a:r>
              <a:rPr lang="en-US" altLang="ko-KR" b="1" dirty="0">
                <a:solidFill>
                  <a:srgbClr val="000000"/>
                </a:solidFill>
                <a:latin typeface="Consolas" panose="020B0609020204030204" pitchFamily="49" charset="0"/>
              </a:rPr>
              <a:t> BOARD</a:t>
            </a:r>
          </a:p>
          <a:p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</a:p>
          <a:p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</a:rPr>
              <a:t>BOARD_ID             </a:t>
            </a:r>
            <a:r>
              <a:rPr lang="en-US" altLang="ko-KR" b="1" dirty="0">
                <a:solidFill>
                  <a:srgbClr val="000080"/>
                </a:solidFill>
                <a:latin typeface="Consolas" panose="020B0609020204030204" pitchFamily="49" charset="0"/>
              </a:rPr>
              <a:t>CHAR</a:t>
            </a:r>
            <a:r>
              <a:rPr lang="en-US" altLang="ko-KR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ko-KR" b="1" dirty="0">
                <a:solidFill>
                  <a:srgbClr val="0000FF"/>
                </a:solidFill>
                <a:latin typeface="Consolas" panose="020B0609020204030204" pitchFamily="49" charset="0"/>
              </a:rPr>
              <a:t>20</a:t>
            </a:r>
            <a:r>
              <a:rPr lang="en-US" altLang="ko-KR" b="1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  <a:r>
              <a:rPr lang="en-US" altLang="ko-KR" b="1" dirty="0">
                <a:solidFill>
                  <a:srgbClr val="800000"/>
                </a:solidFill>
                <a:latin typeface="Consolas" panose="020B0609020204030204" pitchFamily="49" charset="0"/>
              </a:rPr>
              <a:t>NOT</a:t>
            </a:r>
            <a:r>
              <a:rPr lang="en-US" altLang="ko-KR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ko-KR" b="1" dirty="0">
                <a:solidFill>
                  <a:srgbClr val="800000"/>
                </a:solidFill>
                <a:latin typeface="Consolas" panose="020B0609020204030204" pitchFamily="49" charset="0"/>
              </a:rPr>
              <a:t>NULL</a:t>
            </a:r>
            <a:r>
              <a:rPr lang="en-US" altLang="ko-KR" b="1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</a:p>
          <a:p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</a:rPr>
              <a:t>BOARD_SJ             </a:t>
            </a:r>
            <a:r>
              <a:rPr lang="en-US" altLang="ko-KR" b="1" dirty="0">
                <a:solidFill>
                  <a:srgbClr val="000080"/>
                </a:solidFill>
                <a:latin typeface="Consolas" panose="020B0609020204030204" pitchFamily="49" charset="0"/>
              </a:rPr>
              <a:t>VARCHAR</a:t>
            </a:r>
            <a:r>
              <a:rPr lang="en-US" altLang="ko-KR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ko-KR" b="1" dirty="0">
                <a:solidFill>
                  <a:srgbClr val="0000FF"/>
                </a:solidFill>
                <a:latin typeface="Consolas" panose="020B0609020204030204" pitchFamily="49" charset="0"/>
              </a:rPr>
              <a:t>2000</a:t>
            </a:r>
            <a:r>
              <a:rPr lang="en-US" altLang="ko-KR" b="1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  <a:r>
              <a:rPr lang="en-US" altLang="ko-KR" b="1" dirty="0">
                <a:solidFill>
                  <a:srgbClr val="800000"/>
                </a:solidFill>
                <a:latin typeface="Consolas" panose="020B0609020204030204" pitchFamily="49" charset="0"/>
              </a:rPr>
              <a:t>NULL</a:t>
            </a:r>
            <a:r>
              <a:rPr lang="en-US" altLang="ko-KR" b="1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</a:p>
          <a:p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</a:rPr>
              <a:t>BOARD_CN             </a:t>
            </a:r>
            <a:r>
              <a:rPr lang="en-US" altLang="ko-KR" b="1" dirty="0">
                <a:solidFill>
                  <a:srgbClr val="000080"/>
                </a:solidFill>
                <a:latin typeface="Consolas" panose="020B0609020204030204" pitchFamily="49" charset="0"/>
              </a:rPr>
              <a:t>MEDIUMTEXT</a:t>
            </a:r>
            <a:r>
              <a:rPr lang="en-US" altLang="ko-KR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ko-KR" b="1" dirty="0">
                <a:solidFill>
                  <a:srgbClr val="800000"/>
                </a:solidFill>
                <a:latin typeface="Consolas" panose="020B0609020204030204" pitchFamily="49" charset="0"/>
              </a:rPr>
              <a:t>NULL</a:t>
            </a:r>
            <a:r>
              <a:rPr lang="en-US" altLang="ko-KR" b="1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</a:p>
          <a:p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</a:rPr>
              <a:t>INQIRE_CO            </a:t>
            </a:r>
            <a:r>
              <a:rPr lang="en-US" altLang="ko-KR" b="1" dirty="0">
                <a:solidFill>
                  <a:srgbClr val="000080"/>
                </a:solidFill>
                <a:latin typeface="Consolas" panose="020B0609020204030204" pitchFamily="49" charset="0"/>
              </a:rPr>
              <a:t>INTEGER</a:t>
            </a:r>
            <a:r>
              <a:rPr lang="en-US" altLang="ko-KR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ko-KR" b="1" dirty="0">
                <a:solidFill>
                  <a:srgbClr val="800000"/>
                </a:solidFill>
                <a:latin typeface="Consolas" panose="020B0609020204030204" pitchFamily="49" charset="0"/>
              </a:rPr>
              <a:t>NULL</a:t>
            </a:r>
            <a:r>
              <a:rPr lang="en-US" altLang="ko-KR" b="1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</a:p>
          <a:p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</a:rPr>
              <a:t>CREAT_IP             </a:t>
            </a:r>
            <a:r>
              <a:rPr lang="en-US" altLang="ko-KR" b="1" dirty="0">
                <a:solidFill>
                  <a:srgbClr val="000080"/>
                </a:solidFill>
                <a:latin typeface="Consolas" panose="020B0609020204030204" pitchFamily="49" charset="0"/>
              </a:rPr>
              <a:t>VARCHAR</a:t>
            </a:r>
            <a:r>
              <a:rPr lang="en-US" altLang="ko-KR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ko-KR" b="1" dirty="0">
                <a:solidFill>
                  <a:srgbClr val="0000FF"/>
                </a:solidFill>
                <a:latin typeface="Consolas" panose="020B0609020204030204" pitchFamily="49" charset="0"/>
              </a:rPr>
              <a:t>30</a:t>
            </a:r>
            <a:r>
              <a:rPr lang="en-US" altLang="ko-KR" b="1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  <a:r>
              <a:rPr lang="en-US" altLang="ko-KR" b="1" dirty="0">
                <a:solidFill>
                  <a:srgbClr val="800000"/>
                </a:solidFill>
                <a:latin typeface="Consolas" panose="020B0609020204030204" pitchFamily="49" charset="0"/>
              </a:rPr>
              <a:t>NULL</a:t>
            </a:r>
            <a:r>
              <a:rPr lang="en-US" altLang="ko-KR" b="1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</a:p>
          <a:p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</a:rPr>
              <a:t>NOTICE_AT            </a:t>
            </a:r>
            <a:r>
              <a:rPr lang="en-US" altLang="ko-KR" b="1" dirty="0">
                <a:solidFill>
                  <a:srgbClr val="000080"/>
                </a:solidFill>
                <a:latin typeface="Consolas" panose="020B0609020204030204" pitchFamily="49" charset="0"/>
              </a:rPr>
              <a:t>CHAR</a:t>
            </a:r>
            <a:r>
              <a:rPr lang="en-US" altLang="ko-KR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ko-KR" b="1" dirty="0">
                <a:solidFill>
                  <a:srgbClr val="0000FF"/>
                </a:solidFill>
                <a:latin typeface="Consolas" panose="020B0609020204030204" pitchFamily="49" charset="0"/>
              </a:rPr>
              <a:t>1</a:t>
            </a:r>
            <a:r>
              <a:rPr lang="en-US" altLang="ko-KR" b="1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  <a:r>
              <a:rPr lang="en-US" altLang="ko-KR" b="1" dirty="0">
                <a:solidFill>
                  <a:srgbClr val="800000"/>
                </a:solidFill>
                <a:latin typeface="Consolas" panose="020B0609020204030204" pitchFamily="49" charset="0"/>
              </a:rPr>
              <a:t>NULL</a:t>
            </a:r>
            <a:r>
              <a:rPr lang="en-US" altLang="ko-KR" b="1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</a:p>
          <a:p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</a:rPr>
              <a:t>OTHBC_AT             </a:t>
            </a:r>
            <a:r>
              <a:rPr lang="en-US" altLang="ko-KR" b="1" dirty="0">
                <a:solidFill>
                  <a:srgbClr val="000080"/>
                </a:solidFill>
                <a:latin typeface="Consolas" panose="020B0609020204030204" pitchFamily="49" charset="0"/>
              </a:rPr>
              <a:t>CHAR</a:t>
            </a:r>
            <a:r>
              <a:rPr lang="en-US" altLang="ko-KR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ko-KR" b="1" dirty="0">
                <a:solidFill>
                  <a:srgbClr val="0000FF"/>
                </a:solidFill>
                <a:latin typeface="Consolas" panose="020B0609020204030204" pitchFamily="49" charset="0"/>
              </a:rPr>
              <a:t>1</a:t>
            </a:r>
            <a:r>
              <a:rPr lang="en-US" altLang="ko-KR" b="1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  <a:r>
              <a:rPr lang="en-US" altLang="ko-KR" b="1" dirty="0">
                <a:solidFill>
                  <a:srgbClr val="800000"/>
                </a:solidFill>
                <a:latin typeface="Consolas" panose="020B0609020204030204" pitchFamily="49" charset="0"/>
              </a:rPr>
              <a:t>NULL</a:t>
            </a:r>
            <a:r>
              <a:rPr lang="en-US" altLang="ko-KR" b="1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</a:p>
          <a:p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</a:rPr>
              <a:t>USE_AT               </a:t>
            </a:r>
            <a:r>
              <a:rPr lang="en-US" altLang="ko-KR" b="1" dirty="0">
                <a:solidFill>
                  <a:srgbClr val="000080"/>
                </a:solidFill>
                <a:latin typeface="Consolas" panose="020B0609020204030204" pitchFamily="49" charset="0"/>
              </a:rPr>
              <a:t>CHAR</a:t>
            </a:r>
            <a:r>
              <a:rPr lang="en-US" altLang="ko-KR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ko-KR" b="1" dirty="0">
                <a:solidFill>
                  <a:srgbClr val="0000FF"/>
                </a:solidFill>
                <a:latin typeface="Consolas" panose="020B0609020204030204" pitchFamily="49" charset="0"/>
              </a:rPr>
              <a:t>1</a:t>
            </a:r>
            <a:r>
              <a:rPr lang="en-US" altLang="ko-KR" b="1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  <a:r>
              <a:rPr lang="en-US" altLang="ko-KR" b="1" dirty="0">
                <a:solidFill>
                  <a:srgbClr val="800000"/>
                </a:solidFill>
                <a:latin typeface="Consolas" panose="020B0609020204030204" pitchFamily="49" charset="0"/>
              </a:rPr>
              <a:t>NULL</a:t>
            </a:r>
            <a:r>
              <a:rPr lang="en-US" altLang="ko-KR" b="1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</a:p>
          <a:p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</a:rPr>
              <a:t>ATCH_FILE_ID         </a:t>
            </a:r>
            <a:r>
              <a:rPr lang="en-US" altLang="ko-KR" b="1" dirty="0">
                <a:solidFill>
                  <a:srgbClr val="000080"/>
                </a:solidFill>
                <a:latin typeface="Consolas" panose="020B0609020204030204" pitchFamily="49" charset="0"/>
              </a:rPr>
              <a:t>CHAR</a:t>
            </a:r>
            <a:r>
              <a:rPr lang="en-US" altLang="ko-KR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ko-KR" b="1" dirty="0">
                <a:solidFill>
                  <a:srgbClr val="0000FF"/>
                </a:solidFill>
                <a:latin typeface="Consolas" panose="020B0609020204030204" pitchFamily="49" charset="0"/>
              </a:rPr>
              <a:t>20</a:t>
            </a:r>
            <a:r>
              <a:rPr lang="en-US" altLang="ko-KR" b="1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  <a:r>
              <a:rPr lang="en-US" altLang="ko-KR" b="1" dirty="0">
                <a:solidFill>
                  <a:srgbClr val="800000"/>
                </a:solidFill>
                <a:latin typeface="Consolas" panose="020B0609020204030204" pitchFamily="49" charset="0"/>
              </a:rPr>
              <a:t>NULL</a:t>
            </a:r>
            <a:r>
              <a:rPr lang="en-US" altLang="ko-KR" b="1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</a:p>
          <a:p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</a:rPr>
              <a:t>FRST_REGIST_PNTTM    </a:t>
            </a:r>
            <a:r>
              <a:rPr lang="en-US" altLang="ko-KR" b="1" dirty="0">
                <a:solidFill>
                  <a:srgbClr val="000080"/>
                </a:solidFill>
                <a:latin typeface="Consolas" panose="020B0609020204030204" pitchFamily="49" charset="0"/>
              </a:rPr>
              <a:t>DATETIME</a:t>
            </a:r>
            <a:r>
              <a:rPr lang="en-US" altLang="ko-KR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ko-KR" b="1" dirty="0">
                <a:solidFill>
                  <a:srgbClr val="800000"/>
                </a:solidFill>
                <a:latin typeface="Consolas" panose="020B0609020204030204" pitchFamily="49" charset="0"/>
              </a:rPr>
              <a:t>NULL</a:t>
            </a:r>
            <a:r>
              <a:rPr lang="en-US" altLang="ko-KR" b="1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</a:p>
          <a:p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</a:rPr>
              <a:t>FRST_REGISTER_ID     </a:t>
            </a:r>
            <a:r>
              <a:rPr lang="en-US" altLang="ko-KR" b="1" dirty="0">
                <a:solidFill>
                  <a:srgbClr val="000080"/>
                </a:solidFill>
                <a:latin typeface="Consolas" panose="020B0609020204030204" pitchFamily="49" charset="0"/>
              </a:rPr>
              <a:t>VARCHAR</a:t>
            </a:r>
            <a:r>
              <a:rPr lang="en-US" altLang="ko-KR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ko-KR" b="1" dirty="0">
                <a:solidFill>
                  <a:srgbClr val="0000FF"/>
                </a:solidFill>
                <a:latin typeface="Consolas" panose="020B0609020204030204" pitchFamily="49" charset="0"/>
              </a:rPr>
              <a:t>100</a:t>
            </a:r>
            <a:r>
              <a:rPr lang="en-US" altLang="ko-KR" b="1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  <a:r>
              <a:rPr lang="en-US" altLang="ko-KR" b="1" dirty="0">
                <a:solidFill>
                  <a:srgbClr val="800000"/>
                </a:solidFill>
                <a:latin typeface="Consolas" panose="020B0609020204030204" pitchFamily="49" charset="0"/>
              </a:rPr>
              <a:t>NULL</a:t>
            </a:r>
            <a:r>
              <a:rPr lang="en-US" altLang="ko-KR" b="1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</a:p>
          <a:p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</a:rPr>
              <a:t>LAST_UPDT_PNTTM      </a:t>
            </a:r>
            <a:r>
              <a:rPr lang="en-US" altLang="ko-KR" b="1" dirty="0">
                <a:solidFill>
                  <a:srgbClr val="000080"/>
                </a:solidFill>
                <a:latin typeface="Consolas" panose="020B0609020204030204" pitchFamily="49" charset="0"/>
              </a:rPr>
              <a:t>DATETIME</a:t>
            </a:r>
            <a:r>
              <a:rPr lang="en-US" altLang="ko-KR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ko-KR" b="1" dirty="0">
                <a:solidFill>
                  <a:srgbClr val="800000"/>
                </a:solidFill>
                <a:latin typeface="Consolas" panose="020B0609020204030204" pitchFamily="49" charset="0"/>
              </a:rPr>
              <a:t>NULL</a:t>
            </a:r>
            <a:r>
              <a:rPr lang="en-US" altLang="ko-KR" b="1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</a:p>
          <a:p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</a:rPr>
              <a:t>LAST_UPDUSR_ID       </a:t>
            </a:r>
            <a:r>
              <a:rPr lang="en-US" altLang="ko-KR" b="1" dirty="0">
                <a:solidFill>
                  <a:srgbClr val="000080"/>
                </a:solidFill>
                <a:latin typeface="Consolas" panose="020B0609020204030204" pitchFamily="49" charset="0"/>
              </a:rPr>
              <a:t>VARCHAR</a:t>
            </a:r>
            <a:r>
              <a:rPr lang="en-US" altLang="ko-KR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ko-KR" b="1" dirty="0">
                <a:solidFill>
                  <a:srgbClr val="0000FF"/>
                </a:solidFill>
                <a:latin typeface="Consolas" panose="020B0609020204030204" pitchFamily="49" charset="0"/>
              </a:rPr>
              <a:t>20</a:t>
            </a:r>
            <a:r>
              <a:rPr lang="en-US" altLang="ko-KR" b="1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  <a:r>
              <a:rPr lang="en-US" altLang="ko-KR" b="1" dirty="0">
                <a:solidFill>
                  <a:srgbClr val="800000"/>
                </a:solidFill>
                <a:latin typeface="Consolas" panose="020B0609020204030204" pitchFamily="49" charset="0"/>
              </a:rPr>
              <a:t>NULL</a:t>
            </a:r>
          </a:p>
          <a:p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r>
              <a:rPr lang="en-US" altLang="ko-KR" dirty="0">
                <a:solidFill>
                  <a:srgbClr val="FF0000"/>
                </a:solidFill>
                <a:latin typeface="Consolas" panose="020B0609020204030204" pitchFamily="49" charset="0"/>
              </a:rPr>
              <a:t>;</a:t>
            </a:r>
          </a:p>
          <a:p>
            <a:endParaRPr lang="ko-KR" altLang="en-US" dirty="0">
              <a:latin typeface="Consolas" panose="020B0609020204030204" pitchFamily="49" charset="0"/>
            </a:endParaRPr>
          </a:p>
          <a:p>
            <a:r>
              <a:rPr lang="en-US" altLang="ko-KR" b="1" dirty="0">
                <a:solidFill>
                  <a:srgbClr val="800000"/>
                </a:solidFill>
                <a:latin typeface="Consolas" panose="020B0609020204030204" pitchFamily="49" charset="0"/>
              </a:rPr>
              <a:t>ALTER</a:t>
            </a:r>
            <a:r>
              <a:rPr lang="en-US" altLang="ko-KR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ko-KR" b="1" dirty="0">
                <a:solidFill>
                  <a:srgbClr val="800000"/>
                </a:solidFill>
                <a:latin typeface="Consolas" panose="020B0609020204030204" pitchFamily="49" charset="0"/>
              </a:rPr>
              <a:t>TABLE</a:t>
            </a:r>
            <a:r>
              <a:rPr lang="en-US" altLang="ko-KR" b="1" dirty="0">
                <a:solidFill>
                  <a:srgbClr val="000000"/>
                </a:solidFill>
                <a:latin typeface="Consolas" panose="020B0609020204030204" pitchFamily="49" charset="0"/>
              </a:rPr>
              <a:t> BOARD</a:t>
            </a:r>
          </a:p>
          <a:p>
            <a:r>
              <a:rPr lang="en-US" altLang="ko-KR" b="1" dirty="0">
                <a:solidFill>
                  <a:srgbClr val="800000"/>
                </a:solidFill>
                <a:latin typeface="Consolas" panose="020B0609020204030204" pitchFamily="49" charset="0"/>
              </a:rPr>
              <a:t>ADD</a:t>
            </a:r>
            <a:r>
              <a:rPr lang="en-US" altLang="ko-KR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ko-KR" b="1" dirty="0">
                <a:solidFill>
                  <a:srgbClr val="800000"/>
                </a:solidFill>
                <a:latin typeface="Consolas" panose="020B0609020204030204" pitchFamily="49" charset="0"/>
              </a:rPr>
              <a:t>PRIMARY</a:t>
            </a:r>
            <a:r>
              <a:rPr lang="en-US" altLang="ko-KR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ko-KR" b="1" dirty="0">
                <a:solidFill>
                  <a:srgbClr val="800000"/>
                </a:solidFill>
                <a:latin typeface="Consolas" panose="020B0609020204030204" pitchFamily="49" charset="0"/>
              </a:rPr>
              <a:t>KEY</a:t>
            </a:r>
            <a:r>
              <a:rPr lang="en-US" altLang="ko-KR" b="1" dirty="0">
                <a:solidFill>
                  <a:srgbClr val="000000"/>
                </a:solidFill>
                <a:latin typeface="Consolas" panose="020B0609020204030204" pitchFamily="49" charset="0"/>
              </a:rPr>
              <a:t> (BOARD_ID)</a:t>
            </a:r>
            <a:r>
              <a:rPr lang="en-US" altLang="ko-KR" b="1" dirty="0">
                <a:solidFill>
                  <a:srgbClr val="FF0000"/>
                </a:solidFill>
                <a:latin typeface="Consolas" panose="020B0609020204030204" pitchFamily="49" charset="0"/>
              </a:rPr>
              <a:t>;</a:t>
            </a:r>
          </a:p>
          <a:p>
            <a:endParaRPr lang="ko-KR" altLang="en-US" dirty="0">
              <a:latin typeface="Consolas" panose="020B0609020204030204" pitchFamily="49" charset="0"/>
            </a:endParaRP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531201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0A9A5FCD-F7F3-4016-A3C0-A77A00C57B28}"/>
              </a:ext>
            </a:extLst>
          </p:cNvPr>
          <p:cNvSpPr/>
          <p:nvPr/>
        </p:nvSpPr>
        <p:spPr>
          <a:xfrm>
            <a:off x="-438412" y="348878"/>
            <a:ext cx="12630411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600" b="1" dirty="0">
                <a:solidFill>
                  <a:srgbClr val="800000"/>
                </a:solidFill>
                <a:latin typeface="Consolas" panose="020B0609020204030204" pitchFamily="49" charset="0"/>
              </a:rPr>
              <a:t>    ALTER</a:t>
            </a:r>
            <a:r>
              <a:rPr lang="en-US" altLang="ko-K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600" b="1" dirty="0">
                <a:solidFill>
                  <a:srgbClr val="800000"/>
                </a:solidFill>
                <a:latin typeface="Consolas" panose="020B0609020204030204" pitchFamily="49" charset="0"/>
              </a:rPr>
              <a:t>TABLE</a:t>
            </a:r>
            <a:r>
              <a:rPr lang="en-US" altLang="ko-K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BOARD COMMENT = </a:t>
            </a:r>
            <a:r>
              <a:rPr lang="en-US" altLang="ko-KR" sz="1600" b="1" dirty="0">
                <a:solidFill>
                  <a:srgbClr val="008000"/>
                </a:solidFill>
                <a:latin typeface="Consolas" panose="020B0609020204030204" pitchFamily="49" charset="0"/>
              </a:rPr>
              <a:t>'</a:t>
            </a:r>
            <a:r>
              <a:rPr lang="ko-KR" altLang="en-US" sz="1600" b="1" dirty="0">
                <a:solidFill>
                  <a:srgbClr val="008000"/>
                </a:solidFill>
                <a:latin typeface="Consolas" panose="020B0609020204030204" pitchFamily="49" charset="0"/>
              </a:rPr>
              <a:t>게시판</a:t>
            </a:r>
            <a:r>
              <a:rPr lang="en-US" altLang="ko-KR" sz="1600" b="1" dirty="0">
                <a:solidFill>
                  <a:srgbClr val="008000"/>
                </a:solidFill>
                <a:latin typeface="Consolas" panose="020B0609020204030204" pitchFamily="49" charset="0"/>
              </a:rPr>
              <a:t>'</a:t>
            </a:r>
            <a:r>
              <a:rPr lang="en-US" altLang="ko-KR" sz="1600" b="1" dirty="0">
                <a:solidFill>
                  <a:srgbClr val="FF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ko-KR" alt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altLang="ko-KR" sz="1600" b="1" dirty="0">
                <a:solidFill>
                  <a:srgbClr val="800000"/>
                </a:solidFill>
                <a:latin typeface="Consolas" panose="020B0609020204030204" pitchFamily="49" charset="0"/>
              </a:rPr>
              <a:t>ALTER</a:t>
            </a:r>
            <a:r>
              <a:rPr lang="en-US" altLang="ko-K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600" b="1" dirty="0">
                <a:solidFill>
                  <a:srgbClr val="800000"/>
                </a:solidFill>
                <a:latin typeface="Consolas" panose="020B0609020204030204" pitchFamily="49" charset="0"/>
              </a:rPr>
              <a:t>TABLE</a:t>
            </a:r>
            <a:r>
              <a:rPr lang="en-US" altLang="ko-K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BOARD </a:t>
            </a:r>
            <a:r>
              <a:rPr lang="en-US" altLang="ko-KR" sz="1600" b="1" dirty="0">
                <a:solidFill>
                  <a:srgbClr val="800000"/>
                </a:solidFill>
                <a:latin typeface="Consolas" panose="020B0609020204030204" pitchFamily="49" charset="0"/>
              </a:rPr>
              <a:t>CHANGE</a:t>
            </a:r>
            <a:r>
              <a:rPr lang="en-US" altLang="ko-K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600" b="1" dirty="0">
                <a:solidFill>
                  <a:srgbClr val="800000"/>
                </a:solidFill>
                <a:latin typeface="Consolas" panose="020B0609020204030204" pitchFamily="49" charset="0"/>
              </a:rPr>
              <a:t>COLUMN</a:t>
            </a:r>
            <a:r>
              <a:rPr lang="en-US" altLang="ko-K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BOARD_ID </a:t>
            </a:r>
            <a:r>
              <a:rPr lang="en-US" altLang="ko-K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BOARD_ID</a:t>
            </a:r>
            <a:r>
              <a:rPr lang="en-US" altLang="ko-K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600" b="1" dirty="0">
                <a:solidFill>
                  <a:srgbClr val="000080"/>
                </a:solidFill>
                <a:latin typeface="Consolas" panose="020B0609020204030204" pitchFamily="49" charset="0"/>
              </a:rPr>
              <a:t>CHAR</a:t>
            </a:r>
            <a:r>
              <a:rPr lang="en-US" altLang="ko-K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ko-KR" sz="1600" b="1" dirty="0">
                <a:solidFill>
                  <a:srgbClr val="0000FF"/>
                </a:solidFill>
                <a:latin typeface="Consolas" panose="020B0609020204030204" pitchFamily="49" charset="0"/>
              </a:rPr>
              <a:t>20</a:t>
            </a:r>
            <a:r>
              <a:rPr lang="en-US" altLang="ko-K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  <a:r>
              <a:rPr lang="en-US" altLang="ko-KR" sz="1600" b="1" dirty="0">
                <a:solidFill>
                  <a:srgbClr val="800000"/>
                </a:solidFill>
                <a:latin typeface="Consolas" panose="020B0609020204030204" pitchFamily="49" charset="0"/>
              </a:rPr>
              <a:t>NOT</a:t>
            </a:r>
            <a:r>
              <a:rPr lang="en-US" altLang="ko-K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600" b="1" dirty="0">
                <a:solidFill>
                  <a:srgbClr val="800000"/>
                </a:solidFill>
                <a:latin typeface="Consolas" panose="020B0609020204030204" pitchFamily="49" charset="0"/>
              </a:rPr>
              <a:t>NULL</a:t>
            </a:r>
            <a:r>
              <a:rPr lang="en-US" altLang="ko-K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COMMENT </a:t>
            </a:r>
            <a:r>
              <a:rPr lang="en-US" altLang="ko-KR" sz="1600" b="1" dirty="0">
                <a:solidFill>
                  <a:srgbClr val="008000"/>
                </a:solidFill>
                <a:latin typeface="Consolas" panose="020B0609020204030204" pitchFamily="49" charset="0"/>
              </a:rPr>
              <a:t>'</a:t>
            </a:r>
            <a:r>
              <a:rPr lang="ko-KR" altLang="en-US" sz="1600" b="1" dirty="0">
                <a:solidFill>
                  <a:srgbClr val="008000"/>
                </a:solidFill>
                <a:latin typeface="Consolas" panose="020B0609020204030204" pitchFamily="49" charset="0"/>
              </a:rPr>
              <a:t>게시판</a:t>
            </a:r>
            <a:r>
              <a:rPr lang="en-US" altLang="ko-KR" sz="1600" b="1" dirty="0">
                <a:solidFill>
                  <a:srgbClr val="008000"/>
                </a:solidFill>
                <a:latin typeface="Consolas" panose="020B0609020204030204" pitchFamily="49" charset="0"/>
              </a:rPr>
              <a:t>ID'</a:t>
            </a:r>
            <a:r>
              <a:rPr lang="en-US" altLang="ko-KR" sz="1600" b="1" dirty="0">
                <a:solidFill>
                  <a:srgbClr val="FF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altLang="ko-KR" sz="1600" b="1" dirty="0">
                <a:solidFill>
                  <a:srgbClr val="800000"/>
                </a:solidFill>
                <a:latin typeface="Consolas" panose="020B0609020204030204" pitchFamily="49" charset="0"/>
              </a:rPr>
              <a:t>ALTER</a:t>
            </a:r>
            <a:r>
              <a:rPr lang="en-US" altLang="ko-K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600" b="1" dirty="0">
                <a:solidFill>
                  <a:srgbClr val="800000"/>
                </a:solidFill>
                <a:latin typeface="Consolas" panose="020B0609020204030204" pitchFamily="49" charset="0"/>
              </a:rPr>
              <a:t>TABLE</a:t>
            </a:r>
            <a:r>
              <a:rPr lang="en-US" altLang="ko-K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BOARD </a:t>
            </a:r>
            <a:r>
              <a:rPr lang="en-US" altLang="ko-KR" sz="1600" b="1" dirty="0">
                <a:solidFill>
                  <a:srgbClr val="800000"/>
                </a:solidFill>
                <a:latin typeface="Consolas" panose="020B0609020204030204" pitchFamily="49" charset="0"/>
              </a:rPr>
              <a:t>CHANGE</a:t>
            </a:r>
            <a:r>
              <a:rPr lang="en-US" altLang="ko-K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600" b="1" dirty="0">
                <a:solidFill>
                  <a:srgbClr val="800000"/>
                </a:solidFill>
                <a:latin typeface="Consolas" panose="020B0609020204030204" pitchFamily="49" charset="0"/>
              </a:rPr>
              <a:t>COLUMN</a:t>
            </a:r>
            <a:r>
              <a:rPr lang="en-US" altLang="ko-K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BOARD_SJ </a:t>
            </a:r>
            <a:r>
              <a:rPr lang="en-US" altLang="ko-K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BOARD_SJ</a:t>
            </a:r>
            <a:r>
              <a:rPr lang="en-US" altLang="ko-K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600" b="1" dirty="0">
                <a:solidFill>
                  <a:srgbClr val="000080"/>
                </a:solidFill>
                <a:latin typeface="Consolas" panose="020B0609020204030204" pitchFamily="49" charset="0"/>
              </a:rPr>
              <a:t>VARCHAR</a:t>
            </a:r>
            <a:r>
              <a:rPr lang="en-US" altLang="ko-K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ko-KR" sz="1600" b="1" dirty="0">
                <a:solidFill>
                  <a:srgbClr val="0000FF"/>
                </a:solidFill>
                <a:latin typeface="Consolas" panose="020B0609020204030204" pitchFamily="49" charset="0"/>
              </a:rPr>
              <a:t>2000</a:t>
            </a:r>
            <a:r>
              <a:rPr lang="en-US" altLang="ko-K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  <a:r>
              <a:rPr lang="en-US" altLang="ko-KR" sz="1600" b="1" dirty="0">
                <a:solidFill>
                  <a:srgbClr val="800000"/>
                </a:solidFill>
                <a:latin typeface="Consolas" panose="020B0609020204030204" pitchFamily="49" charset="0"/>
              </a:rPr>
              <a:t>NULL</a:t>
            </a:r>
            <a:r>
              <a:rPr lang="en-US" altLang="ko-K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COMMENT </a:t>
            </a:r>
            <a:r>
              <a:rPr lang="en-US" altLang="ko-KR" sz="1600" b="1" dirty="0">
                <a:solidFill>
                  <a:srgbClr val="008000"/>
                </a:solidFill>
                <a:latin typeface="Consolas" panose="020B0609020204030204" pitchFamily="49" charset="0"/>
              </a:rPr>
              <a:t>'</a:t>
            </a:r>
            <a:r>
              <a:rPr lang="ko-KR" altLang="en-US" sz="1600" b="1" dirty="0">
                <a:solidFill>
                  <a:srgbClr val="008000"/>
                </a:solidFill>
                <a:latin typeface="Consolas" panose="020B0609020204030204" pitchFamily="49" charset="0"/>
              </a:rPr>
              <a:t>게시물제목</a:t>
            </a:r>
            <a:r>
              <a:rPr lang="en-US" altLang="ko-KR" sz="1600" b="1" dirty="0">
                <a:solidFill>
                  <a:srgbClr val="008000"/>
                </a:solidFill>
                <a:latin typeface="Consolas" panose="020B0609020204030204" pitchFamily="49" charset="0"/>
              </a:rPr>
              <a:t>'</a:t>
            </a:r>
            <a:r>
              <a:rPr lang="en-US" altLang="ko-KR" sz="1600" b="1" dirty="0">
                <a:solidFill>
                  <a:srgbClr val="FF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altLang="ko-KR" sz="1600" b="1" dirty="0">
                <a:solidFill>
                  <a:srgbClr val="800000"/>
                </a:solidFill>
                <a:latin typeface="Consolas" panose="020B0609020204030204" pitchFamily="49" charset="0"/>
              </a:rPr>
              <a:t>ALTER</a:t>
            </a:r>
            <a:r>
              <a:rPr lang="en-US" altLang="ko-K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600" b="1" dirty="0">
                <a:solidFill>
                  <a:srgbClr val="800000"/>
                </a:solidFill>
                <a:latin typeface="Consolas" panose="020B0609020204030204" pitchFamily="49" charset="0"/>
              </a:rPr>
              <a:t>TABLE</a:t>
            </a:r>
            <a:r>
              <a:rPr lang="en-US" altLang="ko-K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BOARD </a:t>
            </a:r>
            <a:r>
              <a:rPr lang="en-US" altLang="ko-KR" sz="1600" b="1" dirty="0">
                <a:solidFill>
                  <a:srgbClr val="800000"/>
                </a:solidFill>
                <a:latin typeface="Consolas" panose="020B0609020204030204" pitchFamily="49" charset="0"/>
              </a:rPr>
              <a:t>CHANGE</a:t>
            </a:r>
            <a:r>
              <a:rPr lang="en-US" altLang="ko-K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600" b="1" dirty="0">
                <a:solidFill>
                  <a:srgbClr val="800000"/>
                </a:solidFill>
                <a:latin typeface="Consolas" panose="020B0609020204030204" pitchFamily="49" charset="0"/>
              </a:rPr>
              <a:t>COLUMN</a:t>
            </a:r>
            <a:r>
              <a:rPr lang="en-US" altLang="ko-K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BOARD_CN </a:t>
            </a:r>
            <a:r>
              <a:rPr lang="en-US" altLang="ko-K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BOARD_CN</a:t>
            </a:r>
            <a:r>
              <a:rPr lang="en-US" altLang="ko-K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600" b="1" dirty="0">
                <a:solidFill>
                  <a:srgbClr val="000080"/>
                </a:solidFill>
                <a:latin typeface="Consolas" panose="020B0609020204030204" pitchFamily="49" charset="0"/>
              </a:rPr>
              <a:t>MEDIUMTEXT</a:t>
            </a:r>
            <a:r>
              <a:rPr lang="en-US" altLang="ko-K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600" b="1" dirty="0">
                <a:solidFill>
                  <a:srgbClr val="800000"/>
                </a:solidFill>
                <a:latin typeface="Consolas" panose="020B0609020204030204" pitchFamily="49" charset="0"/>
              </a:rPr>
              <a:t>NULL</a:t>
            </a:r>
            <a:r>
              <a:rPr lang="en-US" altLang="ko-K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COMMENT </a:t>
            </a:r>
            <a:r>
              <a:rPr lang="en-US" altLang="ko-KR" sz="1600" b="1" dirty="0">
                <a:solidFill>
                  <a:srgbClr val="008000"/>
                </a:solidFill>
                <a:latin typeface="Consolas" panose="020B0609020204030204" pitchFamily="49" charset="0"/>
              </a:rPr>
              <a:t>'</a:t>
            </a:r>
            <a:r>
              <a:rPr lang="ko-KR" altLang="en-US" sz="1600" b="1" dirty="0">
                <a:solidFill>
                  <a:srgbClr val="008000"/>
                </a:solidFill>
                <a:latin typeface="Consolas" panose="020B0609020204030204" pitchFamily="49" charset="0"/>
              </a:rPr>
              <a:t>게시물설명</a:t>
            </a:r>
            <a:r>
              <a:rPr lang="en-US" altLang="ko-KR" sz="1600" b="1" dirty="0">
                <a:solidFill>
                  <a:srgbClr val="008000"/>
                </a:solidFill>
                <a:latin typeface="Consolas" panose="020B0609020204030204" pitchFamily="49" charset="0"/>
              </a:rPr>
              <a:t>'</a:t>
            </a:r>
            <a:r>
              <a:rPr lang="en-US" altLang="ko-KR" sz="1600" b="1" dirty="0">
                <a:solidFill>
                  <a:srgbClr val="FF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altLang="ko-KR" sz="1600" b="1" dirty="0">
                <a:solidFill>
                  <a:srgbClr val="800000"/>
                </a:solidFill>
                <a:latin typeface="Consolas" panose="020B0609020204030204" pitchFamily="49" charset="0"/>
              </a:rPr>
              <a:t>ALTER</a:t>
            </a:r>
            <a:r>
              <a:rPr lang="en-US" altLang="ko-K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600" b="1" dirty="0">
                <a:solidFill>
                  <a:srgbClr val="800000"/>
                </a:solidFill>
                <a:latin typeface="Consolas" panose="020B0609020204030204" pitchFamily="49" charset="0"/>
              </a:rPr>
              <a:t>TABLE</a:t>
            </a:r>
            <a:r>
              <a:rPr lang="en-US" altLang="ko-K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BOARD </a:t>
            </a:r>
            <a:r>
              <a:rPr lang="en-US" altLang="ko-KR" sz="1600" b="1" dirty="0">
                <a:solidFill>
                  <a:srgbClr val="800000"/>
                </a:solidFill>
                <a:latin typeface="Consolas" panose="020B0609020204030204" pitchFamily="49" charset="0"/>
              </a:rPr>
              <a:t>CHANGE</a:t>
            </a:r>
            <a:r>
              <a:rPr lang="en-US" altLang="ko-K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600" b="1" dirty="0">
                <a:solidFill>
                  <a:srgbClr val="800000"/>
                </a:solidFill>
                <a:latin typeface="Consolas" panose="020B0609020204030204" pitchFamily="49" charset="0"/>
              </a:rPr>
              <a:t>COLUMN</a:t>
            </a:r>
            <a:r>
              <a:rPr lang="en-US" altLang="ko-K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INQIRE_CO </a:t>
            </a:r>
            <a:r>
              <a:rPr lang="en-US" altLang="ko-K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INQIRE_CO</a:t>
            </a:r>
            <a:r>
              <a:rPr lang="en-US" altLang="ko-K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600" b="1" dirty="0">
                <a:solidFill>
                  <a:srgbClr val="000080"/>
                </a:solidFill>
                <a:latin typeface="Consolas" panose="020B0609020204030204" pitchFamily="49" charset="0"/>
              </a:rPr>
              <a:t>INTEGER</a:t>
            </a:r>
            <a:r>
              <a:rPr lang="en-US" altLang="ko-K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600" b="1" dirty="0">
                <a:solidFill>
                  <a:srgbClr val="800000"/>
                </a:solidFill>
                <a:latin typeface="Consolas" panose="020B0609020204030204" pitchFamily="49" charset="0"/>
              </a:rPr>
              <a:t>NULL</a:t>
            </a:r>
            <a:r>
              <a:rPr lang="en-US" altLang="ko-K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COMMENT </a:t>
            </a:r>
            <a:r>
              <a:rPr lang="en-US" altLang="ko-KR" sz="1600" b="1" dirty="0">
                <a:solidFill>
                  <a:srgbClr val="008000"/>
                </a:solidFill>
                <a:latin typeface="Consolas" panose="020B0609020204030204" pitchFamily="49" charset="0"/>
              </a:rPr>
              <a:t>'</a:t>
            </a:r>
            <a:r>
              <a:rPr lang="ko-KR" altLang="en-US" sz="1600" b="1" dirty="0">
                <a:solidFill>
                  <a:srgbClr val="008000"/>
                </a:solidFill>
                <a:latin typeface="Consolas" panose="020B0609020204030204" pitchFamily="49" charset="0"/>
              </a:rPr>
              <a:t>조회횟수</a:t>
            </a:r>
            <a:r>
              <a:rPr lang="en-US" altLang="ko-KR" sz="1600" b="1" dirty="0">
                <a:solidFill>
                  <a:srgbClr val="008000"/>
                </a:solidFill>
                <a:latin typeface="Consolas" panose="020B0609020204030204" pitchFamily="49" charset="0"/>
              </a:rPr>
              <a:t>'</a:t>
            </a:r>
            <a:r>
              <a:rPr lang="en-US" altLang="ko-KR" sz="1600" b="1" dirty="0">
                <a:solidFill>
                  <a:srgbClr val="FF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altLang="ko-KR" sz="1600" b="1" dirty="0">
                <a:solidFill>
                  <a:srgbClr val="800000"/>
                </a:solidFill>
                <a:latin typeface="Consolas" panose="020B0609020204030204" pitchFamily="49" charset="0"/>
              </a:rPr>
              <a:t>ALTER</a:t>
            </a:r>
            <a:r>
              <a:rPr lang="en-US" altLang="ko-K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600" b="1" dirty="0">
                <a:solidFill>
                  <a:srgbClr val="800000"/>
                </a:solidFill>
                <a:latin typeface="Consolas" panose="020B0609020204030204" pitchFamily="49" charset="0"/>
              </a:rPr>
              <a:t>TABLE</a:t>
            </a:r>
            <a:r>
              <a:rPr lang="en-US" altLang="ko-K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BOARD </a:t>
            </a:r>
            <a:r>
              <a:rPr lang="en-US" altLang="ko-KR" sz="1600" b="1" dirty="0">
                <a:solidFill>
                  <a:srgbClr val="800000"/>
                </a:solidFill>
                <a:latin typeface="Consolas" panose="020B0609020204030204" pitchFamily="49" charset="0"/>
              </a:rPr>
              <a:t>CHANGE</a:t>
            </a:r>
            <a:r>
              <a:rPr lang="en-US" altLang="ko-K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600" b="1" dirty="0">
                <a:solidFill>
                  <a:srgbClr val="800000"/>
                </a:solidFill>
                <a:latin typeface="Consolas" panose="020B0609020204030204" pitchFamily="49" charset="0"/>
              </a:rPr>
              <a:t>COLUMN</a:t>
            </a:r>
            <a:r>
              <a:rPr lang="en-US" altLang="ko-K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CREAT_IP </a:t>
            </a:r>
            <a:r>
              <a:rPr lang="en-US" altLang="ko-K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CREAT_IP</a:t>
            </a:r>
            <a:r>
              <a:rPr lang="en-US" altLang="ko-K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600" b="1" dirty="0">
                <a:solidFill>
                  <a:srgbClr val="000080"/>
                </a:solidFill>
                <a:latin typeface="Consolas" panose="020B0609020204030204" pitchFamily="49" charset="0"/>
              </a:rPr>
              <a:t>VARCHAR</a:t>
            </a:r>
            <a:r>
              <a:rPr lang="en-US" altLang="ko-K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ko-KR" sz="1600" b="1" dirty="0">
                <a:solidFill>
                  <a:srgbClr val="0000FF"/>
                </a:solidFill>
                <a:latin typeface="Consolas" panose="020B0609020204030204" pitchFamily="49" charset="0"/>
              </a:rPr>
              <a:t>30</a:t>
            </a:r>
            <a:r>
              <a:rPr lang="en-US" altLang="ko-K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  <a:r>
              <a:rPr lang="en-US" altLang="ko-KR" sz="1600" b="1" dirty="0">
                <a:solidFill>
                  <a:srgbClr val="800000"/>
                </a:solidFill>
                <a:latin typeface="Consolas" panose="020B0609020204030204" pitchFamily="49" charset="0"/>
              </a:rPr>
              <a:t>NULL</a:t>
            </a:r>
            <a:r>
              <a:rPr lang="en-US" altLang="ko-K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COMMENT </a:t>
            </a:r>
            <a:r>
              <a:rPr lang="en-US" altLang="ko-KR" sz="1600" b="1" dirty="0">
                <a:solidFill>
                  <a:srgbClr val="008000"/>
                </a:solidFill>
                <a:latin typeface="Consolas" panose="020B0609020204030204" pitchFamily="49" charset="0"/>
              </a:rPr>
              <a:t>'</a:t>
            </a:r>
            <a:r>
              <a:rPr lang="ko-KR" altLang="en-US" sz="1600" b="1" dirty="0">
                <a:solidFill>
                  <a:srgbClr val="008000"/>
                </a:solidFill>
                <a:latin typeface="Consolas" panose="020B0609020204030204" pitchFamily="49" charset="0"/>
              </a:rPr>
              <a:t>생성</a:t>
            </a:r>
            <a:r>
              <a:rPr lang="en-US" altLang="ko-KR" sz="1600" b="1" dirty="0">
                <a:solidFill>
                  <a:srgbClr val="008000"/>
                </a:solidFill>
                <a:latin typeface="Consolas" panose="020B0609020204030204" pitchFamily="49" charset="0"/>
              </a:rPr>
              <a:t>IP'</a:t>
            </a:r>
            <a:r>
              <a:rPr lang="en-US" altLang="ko-KR" sz="1600" b="1" dirty="0">
                <a:solidFill>
                  <a:srgbClr val="FF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altLang="ko-KR" sz="1600" b="1" dirty="0">
                <a:solidFill>
                  <a:srgbClr val="800000"/>
                </a:solidFill>
                <a:latin typeface="Consolas" panose="020B0609020204030204" pitchFamily="49" charset="0"/>
              </a:rPr>
              <a:t>ALTER</a:t>
            </a:r>
            <a:r>
              <a:rPr lang="en-US" altLang="ko-K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600" b="1" dirty="0">
                <a:solidFill>
                  <a:srgbClr val="800000"/>
                </a:solidFill>
                <a:latin typeface="Consolas" panose="020B0609020204030204" pitchFamily="49" charset="0"/>
              </a:rPr>
              <a:t>TABLE</a:t>
            </a:r>
            <a:r>
              <a:rPr lang="en-US" altLang="ko-K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BOARD </a:t>
            </a:r>
            <a:r>
              <a:rPr lang="en-US" altLang="ko-KR" sz="1600" b="1" dirty="0">
                <a:solidFill>
                  <a:srgbClr val="800000"/>
                </a:solidFill>
                <a:latin typeface="Consolas" panose="020B0609020204030204" pitchFamily="49" charset="0"/>
              </a:rPr>
              <a:t>CHANGE</a:t>
            </a:r>
            <a:r>
              <a:rPr lang="en-US" altLang="ko-K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600" b="1" dirty="0">
                <a:solidFill>
                  <a:srgbClr val="800000"/>
                </a:solidFill>
                <a:latin typeface="Consolas" panose="020B0609020204030204" pitchFamily="49" charset="0"/>
              </a:rPr>
              <a:t>COLUMN</a:t>
            </a:r>
            <a:r>
              <a:rPr lang="en-US" altLang="ko-K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NOTICE_AT </a:t>
            </a:r>
            <a:r>
              <a:rPr lang="en-US" altLang="ko-K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NOTICE_AT</a:t>
            </a:r>
            <a:r>
              <a:rPr lang="en-US" altLang="ko-K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600" b="1" dirty="0">
                <a:solidFill>
                  <a:srgbClr val="000080"/>
                </a:solidFill>
                <a:latin typeface="Consolas" panose="020B0609020204030204" pitchFamily="49" charset="0"/>
              </a:rPr>
              <a:t>CHAR</a:t>
            </a:r>
            <a:r>
              <a:rPr lang="en-US" altLang="ko-K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ko-KR" sz="1600" b="1" dirty="0">
                <a:solidFill>
                  <a:srgbClr val="0000FF"/>
                </a:solidFill>
                <a:latin typeface="Consolas" panose="020B0609020204030204" pitchFamily="49" charset="0"/>
              </a:rPr>
              <a:t>1</a:t>
            </a:r>
            <a:r>
              <a:rPr lang="en-US" altLang="ko-K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  <a:r>
              <a:rPr lang="en-US" altLang="ko-KR" sz="1600" b="1" dirty="0">
                <a:solidFill>
                  <a:srgbClr val="800000"/>
                </a:solidFill>
                <a:latin typeface="Consolas" panose="020B0609020204030204" pitchFamily="49" charset="0"/>
              </a:rPr>
              <a:t>NULL</a:t>
            </a:r>
            <a:r>
              <a:rPr lang="en-US" altLang="ko-K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COMMENT </a:t>
            </a:r>
            <a:r>
              <a:rPr lang="en-US" altLang="ko-KR" sz="1600" b="1" dirty="0">
                <a:solidFill>
                  <a:srgbClr val="008000"/>
                </a:solidFill>
                <a:latin typeface="Consolas" panose="020B0609020204030204" pitchFamily="49" charset="0"/>
              </a:rPr>
              <a:t>'</a:t>
            </a:r>
            <a:r>
              <a:rPr lang="ko-KR" altLang="en-US" sz="1600" b="1" dirty="0">
                <a:solidFill>
                  <a:srgbClr val="008000"/>
                </a:solidFill>
                <a:latin typeface="Consolas" panose="020B0609020204030204" pitchFamily="49" charset="0"/>
              </a:rPr>
              <a:t>공지여부</a:t>
            </a:r>
            <a:r>
              <a:rPr lang="en-US" altLang="ko-KR" sz="1600" b="1" dirty="0">
                <a:solidFill>
                  <a:srgbClr val="008000"/>
                </a:solidFill>
                <a:latin typeface="Consolas" panose="020B0609020204030204" pitchFamily="49" charset="0"/>
              </a:rPr>
              <a:t>'</a:t>
            </a:r>
            <a:r>
              <a:rPr lang="en-US" altLang="ko-KR" sz="1600" b="1" dirty="0">
                <a:solidFill>
                  <a:srgbClr val="FF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altLang="ko-KR" sz="1600" b="1" dirty="0">
                <a:solidFill>
                  <a:srgbClr val="800000"/>
                </a:solidFill>
                <a:latin typeface="Consolas" panose="020B0609020204030204" pitchFamily="49" charset="0"/>
              </a:rPr>
              <a:t>ALTER</a:t>
            </a:r>
            <a:r>
              <a:rPr lang="en-US" altLang="ko-K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600" b="1" dirty="0">
                <a:solidFill>
                  <a:srgbClr val="800000"/>
                </a:solidFill>
                <a:latin typeface="Consolas" panose="020B0609020204030204" pitchFamily="49" charset="0"/>
              </a:rPr>
              <a:t>TABLE</a:t>
            </a:r>
            <a:r>
              <a:rPr lang="en-US" altLang="ko-K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BOARD </a:t>
            </a:r>
            <a:r>
              <a:rPr lang="en-US" altLang="ko-KR" sz="1600" b="1" dirty="0">
                <a:solidFill>
                  <a:srgbClr val="800000"/>
                </a:solidFill>
                <a:latin typeface="Consolas" panose="020B0609020204030204" pitchFamily="49" charset="0"/>
              </a:rPr>
              <a:t>CHANGE</a:t>
            </a:r>
            <a:r>
              <a:rPr lang="en-US" altLang="ko-K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600" b="1" dirty="0">
                <a:solidFill>
                  <a:srgbClr val="800000"/>
                </a:solidFill>
                <a:latin typeface="Consolas" panose="020B0609020204030204" pitchFamily="49" charset="0"/>
              </a:rPr>
              <a:t>COLUMN</a:t>
            </a:r>
            <a:r>
              <a:rPr lang="en-US" altLang="ko-K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OTHBC_AT </a:t>
            </a:r>
            <a:r>
              <a:rPr lang="en-US" altLang="ko-K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OTHBC_AT</a:t>
            </a:r>
            <a:r>
              <a:rPr lang="en-US" altLang="ko-K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600" b="1" dirty="0">
                <a:solidFill>
                  <a:srgbClr val="000080"/>
                </a:solidFill>
                <a:latin typeface="Consolas" panose="020B0609020204030204" pitchFamily="49" charset="0"/>
              </a:rPr>
              <a:t>CHAR</a:t>
            </a:r>
            <a:r>
              <a:rPr lang="en-US" altLang="ko-K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ko-KR" sz="1600" b="1" dirty="0">
                <a:solidFill>
                  <a:srgbClr val="0000FF"/>
                </a:solidFill>
                <a:latin typeface="Consolas" panose="020B0609020204030204" pitchFamily="49" charset="0"/>
              </a:rPr>
              <a:t>1</a:t>
            </a:r>
            <a:r>
              <a:rPr lang="en-US" altLang="ko-K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  <a:r>
              <a:rPr lang="en-US" altLang="ko-KR" sz="1600" b="1" dirty="0">
                <a:solidFill>
                  <a:srgbClr val="800000"/>
                </a:solidFill>
                <a:latin typeface="Consolas" panose="020B0609020204030204" pitchFamily="49" charset="0"/>
              </a:rPr>
              <a:t>NULL</a:t>
            </a:r>
            <a:r>
              <a:rPr lang="en-US" altLang="ko-K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COMMENT </a:t>
            </a:r>
            <a:r>
              <a:rPr lang="en-US" altLang="ko-KR" sz="1600" b="1" dirty="0">
                <a:solidFill>
                  <a:srgbClr val="008000"/>
                </a:solidFill>
                <a:latin typeface="Consolas" panose="020B0609020204030204" pitchFamily="49" charset="0"/>
              </a:rPr>
              <a:t>'</a:t>
            </a:r>
            <a:r>
              <a:rPr lang="ko-KR" altLang="en-US" sz="1600" b="1" dirty="0">
                <a:solidFill>
                  <a:srgbClr val="008000"/>
                </a:solidFill>
                <a:latin typeface="Consolas" panose="020B0609020204030204" pitchFamily="49" charset="0"/>
              </a:rPr>
              <a:t>공개여부</a:t>
            </a:r>
            <a:r>
              <a:rPr lang="en-US" altLang="ko-KR" sz="1600" b="1" dirty="0">
                <a:solidFill>
                  <a:srgbClr val="008000"/>
                </a:solidFill>
                <a:latin typeface="Consolas" panose="020B0609020204030204" pitchFamily="49" charset="0"/>
              </a:rPr>
              <a:t>'</a:t>
            </a:r>
            <a:r>
              <a:rPr lang="en-US" altLang="ko-KR" sz="1600" b="1" dirty="0">
                <a:solidFill>
                  <a:srgbClr val="FF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altLang="ko-KR" sz="1600" b="1" dirty="0">
                <a:solidFill>
                  <a:srgbClr val="800000"/>
                </a:solidFill>
                <a:latin typeface="Consolas" panose="020B0609020204030204" pitchFamily="49" charset="0"/>
              </a:rPr>
              <a:t>ALTER</a:t>
            </a:r>
            <a:r>
              <a:rPr lang="en-US" altLang="ko-K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600" b="1" dirty="0">
                <a:solidFill>
                  <a:srgbClr val="800000"/>
                </a:solidFill>
                <a:latin typeface="Consolas" panose="020B0609020204030204" pitchFamily="49" charset="0"/>
              </a:rPr>
              <a:t>TABLE</a:t>
            </a:r>
            <a:r>
              <a:rPr lang="en-US" altLang="ko-K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BOARD </a:t>
            </a:r>
            <a:r>
              <a:rPr lang="en-US" altLang="ko-KR" sz="1600" b="1" dirty="0">
                <a:solidFill>
                  <a:srgbClr val="800000"/>
                </a:solidFill>
                <a:latin typeface="Consolas" panose="020B0609020204030204" pitchFamily="49" charset="0"/>
              </a:rPr>
              <a:t>CHANGE</a:t>
            </a:r>
            <a:r>
              <a:rPr lang="en-US" altLang="ko-K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600" b="1" dirty="0">
                <a:solidFill>
                  <a:srgbClr val="800000"/>
                </a:solidFill>
                <a:latin typeface="Consolas" panose="020B0609020204030204" pitchFamily="49" charset="0"/>
              </a:rPr>
              <a:t>COLUMN</a:t>
            </a:r>
            <a:r>
              <a:rPr lang="en-US" altLang="ko-K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USE_AT </a:t>
            </a:r>
            <a:r>
              <a:rPr lang="en-US" altLang="ko-K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USE_AT</a:t>
            </a:r>
            <a:r>
              <a:rPr lang="en-US" altLang="ko-K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600" b="1" dirty="0">
                <a:solidFill>
                  <a:srgbClr val="000080"/>
                </a:solidFill>
                <a:latin typeface="Consolas" panose="020B0609020204030204" pitchFamily="49" charset="0"/>
              </a:rPr>
              <a:t>CHAR</a:t>
            </a:r>
            <a:r>
              <a:rPr lang="en-US" altLang="ko-K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ko-KR" sz="1600" b="1" dirty="0">
                <a:solidFill>
                  <a:srgbClr val="0000FF"/>
                </a:solidFill>
                <a:latin typeface="Consolas" panose="020B0609020204030204" pitchFamily="49" charset="0"/>
              </a:rPr>
              <a:t>1</a:t>
            </a:r>
            <a:r>
              <a:rPr lang="en-US" altLang="ko-K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  <a:r>
              <a:rPr lang="en-US" altLang="ko-KR" sz="1600" b="1" dirty="0">
                <a:solidFill>
                  <a:srgbClr val="800000"/>
                </a:solidFill>
                <a:latin typeface="Consolas" panose="020B0609020204030204" pitchFamily="49" charset="0"/>
              </a:rPr>
              <a:t>NULL</a:t>
            </a:r>
            <a:r>
              <a:rPr lang="en-US" altLang="ko-K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COMMENT </a:t>
            </a:r>
            <a:r>
              <a:rPr lang="en-US" altLang="ko-KR" sz="1600" b="1" dirty="0">
                <a:solidFill>
                  <a:srgbClr val="008000"/>
                </a:solidFill>
                <a:latin typeface="Consolas" panose="020B0609020204030204" pitchFamily="49" charset="0"/>
              </a:rPr>
              <a:t>'</a:t>
            </a:r>
            <a:r>
              <a:rPr lang="ko-KR" altLang="en-US" sz="1600" b="1" dirty="0">
                <a:solidFill>
                  <a:srgbClr val="008000"/>
                </a:solidFill>
                <a:latin typeface="Consolas" panose="020B0609020204030204" pitchFamily="49" charset="0"/>
              </a:rPr>
              <a:t>사용여부</a:t>
            </a:r>
            <a:r>
              <a:rPr lang="en-US" altLang="ko-KR" sz="1600" b="1" dirty="0">
                <a:solidFill>
                  <a:srgbClr val="008000"/>
                </a:solidFill>
                <a:latin typeface="Consolas" panose="020B0609020204030204" pitchFamily="49" charset="0"/>
              </a:rPr>
              <a:t>'</a:t>
            </a:r>
            <a:r>
              <a:rPr lang="en-US" altLang="ko-KR" sz="1600" b="1" dirty="0">
                <a:solidFill>
                  <a:srgbClr val="FF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altLang="ko-KR" sz="1600" b="1" dirty="0">
                <a:solidFill>
                  <a:srgbClr val="800000"/>
                </a:solidFill>
                <a:latin typeface="Consolas" panose="020B0609020204030204" pitchFamily="49" charset="0"/>
              </a:rPr>
              <a:t>ALTER</a:t>
            </a:r>
            <a:r>
              <a:rPr lang="en-US" altLang="ko-K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600" b="1" dirty="0">
                <a:solidFill>
                  <a:srgbClr val="800000"/>
                </a:solidFill>
                <a:latin typeface="Consolas" panose="020B0609020204030204" pitchFamily="49" charset="0"/>
              </a:rPr>
              <a:t>TABLE</a:t>
            </a:r>
            <a:r>
              <a:rPr lang="en-US" altLang="ko-K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BOARD </a:t>
            </a:r>
            <a:r>
              <a:rPr lang="en-US" altLang="ko-KR" sz="1600" b="1" dirty="0">
                <a:solidFill>
                  <a:srgbClr val="800000"/>
                </a:solidFill>
                <a:latin typeface="Consolas" panose="020B0609020204030204" pitchFamily="49" charset="0"/>
              </a:rPr>
              <a:t>CHANGE</a:t>
            </a:r>
            <a:r>
              <a:rPr lang="en-US" altLang="ko-K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600" b="1" dirty="0">
                <a:solidFill>
                  <a:srgbClr val="800000"/>
                </a:solidFill>
                <a:latin typeface="Consolas" panose="020B0609020204030204" pitchFamily="49" charset="0"/>
              </a:rPr>
              <a:t>COLUMN</a:t>
            </a:r>
            <a:r>
              <a:rPr lang="en-US" altLang="ko-K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ATCH_FILE_ID </a:t>
            </a:r>
            <a:r>
              <a:rPr lang="en-US" altLang="ko-K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ATCH_FILE_ID</a:t>
            </a:r>
            <a:r>
              <a:rPr lang="en-US" altLang="ko-K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600" b="1" dirty="0">
                <a:solidFill>
                  <a:srgbClr val="000080"/>
                </a:solidFill>
                <a:latin typeface="Consolas" panose="020B0609020204030204" pitchFamily="49" charset="0"/>
              </a:rPr>
              <a:t>CHAR</a:t>
            </a:r>
            <a:r>
              <a:rPr lang="en-US" altLang="ko-K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ko-KR" sz="1600" b="1" dirty="0">
                <a:solidFill>
                  <a:srgbClr val="0000FF"/>
                </a:solidFill>
                <a:latin typeface="Consolas" panose="020B0609020204030204" pitchFamily="49" charset="0"/>
              </a:rPr>
              <a:t>20</a:t>
            </a:r>
            <a:r>
              <a:rPr lang="en-US" altLang="ko-K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  <a:r>
              <a:rPr lang="en-US" altLang="ko-KR" sz="1600" b="1" dirty="0">
                <a:solidFill>
                  <a:srgbClr val="800000"/>
                </a:solidFill>
                <a:latin typeface="Consolas" panose="020B0609020204030204" pitchFamily="49" charset="0"/>
              </a:rPr>
              <a:t>NULL</a:t>
            </a:r>
            <a:r>
              <a:rPr lang="en-US" altLang="ko-K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COMMENT </a:t>
            </a:r>
            <a:r>
              <a:rPr lang="en-US" altLang="ko-KR" sz="1600" b="1" dirty="0">
                <a:solidFill>
                  <a:srgbClr val="008000"/>
                </a:solidFill>
                <a:latin typeface="Consolas" panose="020B0609020204030204" pitchFamily="49" charset="0"/>
              </a:rPr>
              <a:t>'</a:t>
            </a:r>
            <a:r>
              <a:rPr lang="ko-KR" altLang="en-US" sz="1600" b="1" dirty="0">
                <a:solidFill>
                  <a:srgbClr val="008000"/>
                </a:solidFill>
                <a:latin typeface="Consolas" panose="020B0609020204030204" pitchFamily="49" charset="0"/>
              </a:rPr>
              <a:t>첨부파일</a:t>
            </a:r>
            <a:r>
              <a:rPr lang="en-US" altLang="ko-KR" sz="1600" b="1" dirty="0">
                <a:solidFill>
                  <a:srgbClr val="008000"/>
                </a:solidFill>
                <a:latin typeface="Consolas" panose="020B0609020204030204" pitchFamily="49" charset="0"/>
              </a:rPr>
              <a:t>ID'</a:t>
            </a:r>
            <a:r>
              <a:rPr lang="en-US" altLang="ko-KR" sz="1600" b="1" dirty="0">
                <a:solidFill>
                  <a:srgbClr val="FF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altLang="ko-KR" sz="1600" b="1" dirty="0">
                <a:solidFill>
                  <a:srgbClr val="800000"/>
                </a:solidFill>
                <a:latin typeface="Consolas" panose="020B0609020204030204" pitchFamily="49" charset="0"/>
              </a:rPr>
              <a:t>ALTER</a:t>
            </a:r>
            <a:r>
              <a:rPr lang="en-US" altLang="ko-K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600" b="1" dirty="0">
                <a:solidFill>
                  <a:srgbClr val="800000"/>
                </a:solidFill>
                <a:latin typeface="Consolas" panose="020B0609020204030204" pitchFamily="49" charset="0"/>
              </a:rPr>
              <a:t>TABLE</a:t>
            </a:r>
            <a:r>
              <a:rPr lang="en-US" altLang="ko-K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BOARD </a:t>
            </a:r>
            <a:r>
              <a:rPr lang="en-US" altLang="ko-KR" sz="1600" b="1" dirty="0">
                <a:solidFill>
                  <a:srgbClr val="800000"/>
                </a:solidFill>
                <a:latin typeface="Consolas" panose="020B0609020204030204" pitchFamily="49" charset="0"/>
              </a:rPr>
              <a:t>CHANGE</a:t>
            </a:r>
            <a:r>
              <a:rPr lang="en-US" altLang="ko-K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600" b="1" dirty="0">
                <a:solidFill>
                  <a:srgbClr val="800000"/>
                </a:solidFill>
                <a:latin typeface="Consolas" panose="020B0609020204030204" pitchFamily="49" charset="0"/>
              </a:rPr>
              <a:t>COLUMN</a:t>
            </a:r>
            <a:r>
              <a:rPr lang="en-US" altLang="ko-K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FRST_REGIST_PNTTM </a:t>
            </a:r>
            <a:r>
              <a:rPr lang="en-US" altLang="ko-K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FRST_REGIST_PNTTM</a:t>
            </a:r>
            <a:r>
              <a:rPr lang="en-US" altLang="ko-K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600" b="1" dirty="0">
                <a:solidFill>
                  <a:srgbClr val="000080"/>
                </a:solidFill>
                <a:latin typeface="Consolas" panose="020B0609020204030204" pitchFamily="49" charset="0"/>
              </a:rPr>
              <a:t>DATETIME</a:t>
            </a:r>
            <a:r>
              <a:rPr lang="en-US" altLang="ko-K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600" b="1" dirty="0">
                <a:solidFill>
                  <a:srgbClr val="800000"/>
                </a:solidFill>
                <a:latin typeface="Consolas" panose="020B0609020204030204" pitchFamily="49" charset="0"/>
              </a:rPr>
              <a:t>NULL</a:t>
            </a:r>
            <a:r>
              <a:rPr lang="en-US" altLang="ko-K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COMMENT </a:t>
            </a:r>
            <a:r>
              <a:rPr lang="en-US" altLang="ko-KR" sz="1600" b="1" dirty="0">
                <a:solidFill>
                  <a:srgbClr val="008000"/>
                </a:solidFill>
                <a:latin typeface="Consolas" panose="020B0609020204030204" pitchFamily="49" charset="0"/>
              </a:rPr>
              <a:t>'</a:t>
            </a:r>
            <a:r>
              <a:rPr lang="ko-KR" altLang="en-US" sz="1600" b="1" dirty="0">
                <a:solidFill>
                  <a:srgbClr val="008000"/>
                </a:solidFill>
                <a:latin typeface="Consolas" panose="020B0609020204030204" pitchFamily="49" charset="0"/>
              </a:rPr>
              <a:t>최초등록시점</a:t>
            </a:r>
            <a:r>
              <a:rPr lang="en-US" altLang="ko-KR" sz="1600" b="1" dirty="0">
                <a:solidFill>
                  <a:srgbClr val="008000"/>
                </a:solidFill>
                <a:latin typeface="Consolas" panose="020B0609020204030204" pitchFamily="49" charset="0"/>
              </a:rPr>
              <a:t>'</a:t>
            </a:r>
            <a:r>
              <a:rPr lang="en-US" altLang="ko-KR" sz="1600" b="1" dirty="0">
                <a:solidFill>
                  <a:srgbClr val="FF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altLang="ko-KR" sz="1600" b="1" dirty="0">
                <a:solidFill>
                  <a:srgbClr val="800000"/>
                </a:solidFill>
                <a:latin typeface="Consolas" panose="020B0609020204030204" pitchFamily="49" charset="0"/>
              </a:rPr>
              <a:t>ALTER</a:t>
            </a:r>
            <a:r>
              <a:rPr lang="en-US" altLang="ko-K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600" b="1" dirty="0">
                <a:solidFill>
                  <a:srgbClr val="800000"/>
                </a:solidFill>
                <a:latin typeface="Consolas" panose="020B0609020204030204" pitchFamily="49" charset="0"/>
              </a:rPr>
              <a:t>TABLE</a:t>
            </a:r>
            <a:r>
              <a:rPr lang="en-US" altLang="ko-K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BOARD </a:t>
            </a:r>
            <a:r>
              <a:rPr lang="en-US" altLang="ko-KR" sz="1600" b="1" dirty="0">
                <a:solidFill>
                  <a:srgbClr val="800000"/>
                </a:solidFill>
                <a:latin typeface="Consolas" panose="020B0609020204030204" pitchFamily="49" charset="0"/>
              </a:rPr>
              <a:t>CHANGE</a:t>
            </a:r>
            <a:r>
              <a:rPr lang="en-US" altLang="ko-K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600" b="1" dirty="0">
                <a:solidFill>
                  <a:srgbClr val="800000"/>
                </a:solidFill>
                <a:latin typeface="Consolas" panose="020B0609020204030204" pitchFamily="49" charset="0"/>
              </a:rPr>
              <a:t>COLUMN</a:t>
            </a:r>
            <a:r>
              <a:rPr lang="en-US" altLang="ko-K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FRST_REGISTER_ID </a:t>
            </a:r>
            <a:r>
              <a:rPr lang="en-US" altLang="ko-K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FRST_REGISTER_ID</a:t>
            </a:r>
            <a:r>
              <a:rPr lang="en-US" altLang="ko-K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600" b="1" dirty="0">
                <a:solidFill>
                  <a:srgbClr val="000080"/>
                </a:solidFill>
                <a:latin typeface="Consolas" panose="020B0609020204030204" pitchFamily="49" charset="0"/>
              </a:rPr>
              <a:t>VARCHAR</a:t>
            </a:r>
            <a:r>
              <a:rPr lang="en-US" altLang="ko-K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ko-KR" sz="1600" b="1" dirty="0">
                <a:solidFill>
                  <a:srgbClr val="0000FF"/>
                </a:solidFill>
                <a:latin typeface="Consolas" panose="020B0609020204030204" pitchFamily="49" charset="0"/>
              </a:rPr>
              <a:t>100</a:t>
            </a:r>
            <a:r>
              <a:rPr lang="en-US" altLang="ko-K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  <a:r>
              <a:rPr lang="en-US" altLang="ko-KR" sz="1600" b="1" dirty="0">
                <a:solidFill>
                  <a:srgbClr val="800000"/>
                </a:solidFill>
                <a:latin typeface="Consolas" panose="020B0609020204030204" pitchFamily="49" charset="0"/>
              </a:rPr>
              <a:t>NULL</a:t>
            </a:r>
            <a:r>
              <a:rPr lang="en-US" altLang="ko-K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COMMENT </a:t>
            </a:r>
            <a:r>
              <a:rPr lang="en-US" altLang="ko-KR" sz="1600" b="1" dirty="0">
                <a:solidFill>
                  <a:srgbClr val="008000"/>
                </a:solidFill>
                <a:latin typeface="Consolas" panose="020B0609020204030204" pitchFamily="49" charset="0"/>
              </a:rPr>
              <a:t>'</a:t>
            </a:r>
            <a:r>
              <a:rPr lang="ko-KR" altLang="en-US" sz="1600" b="1" dirty="0">
                <a:solidFill>
                  <a:srgbClr val="008000"/>
                </a:solidFill>
                <a:latin typeface="Consolas" panose="020B0609020204030204" pitchFamily="49" charset="0"/>
              </a:rPr>
              <a:t>최초등록자</a:t>
            </a:r>
            <a:r>
              <a:rPr lang="en-US" altLang="ko-KR" sz="1600" b="1" dirty="0">
                <a:solidFill>
                  <a:srgbClr val="008000"/>
                </a:solidFill>
                <a:latin typeface="Consolas" panose="020B0609020204030204" pitchFamily="49" charset="0"/>
              </a:rPr>
              <a:t>ID'</a:t>
            </a:r>
            <a:r>
              <a:rPr lang="en-US" altLang="ko-KR" sz="1600" b="1" dirty="0">
                <a:solidFill>
                  <a:srgbClr val="FF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altLang="ko-KR" sz="1600" b="1" dirty="0">
                <a:solidFill>
                  <a:srgbClr val="800000"/>
                </a:solidFill>
                <a:latin typeface="Consolas" panose="020B0609020204030204" pitchFamily="49" charset="0"/>
              </a:rPr>
              <a:t>ALTER</a:t>
            </a:r>
            <a:r>
              <a:rPr lang="en-US" altLang="ko-K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600" b="1" dirty="0">
                <a:solidFill>
                  <a:srgbClr val="800000"/>
                </a:solidFill>
                <a:latin typeface="Consolas" panose="020B0609020204030204" pitchFamily="49" charset="0"/>
              </a:rPr>
              <a:t>TABLE</a:t>
            </a:r>
            <a:r>
              <a:rPr lang="en-US" altLang="ko-K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BOARD </a:t>
            </a:r>
            <a:r>
              <a:rPr lang="en-US" altLang="ko-KR" sz="1600" b="1" dirty="0">
                <a:solidFill>
                  <a:srgbClr val="800000"/>
                </a:solidFill>
                <a:latin typeface="Consolas" panose="020B0609020204030204" pitchFamily="49" charset="0"/>
              </a:rPr>
              <a:t>CHANGE</a:t>
            </a:r>
            <a:r>
              <a:rPr lang="en-US" altLang="ko-K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600" b="1" dirty="0">
                <a:solidFill>
                  <a:srgbClr val="800000"/>
                </a:solidFill>
                <a:latin typeface="Consolas" panose="020B0609020204030204" pitchFamily="49" charset="0"/>
              </a:rPr>
              <a:t>COLUMN</a:t>
            </a:r>
            <a:r>
              <a:rPr lang="en-US" altLang="ko-K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LAST_UPDT_PNTTM </a:t>
            </a:r>
            <a:r>
              <a:rPr lang="en-US" altLang="ko-K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LAST_UPDT_PNTTM</a:t>
            </a:r>
            <a:r>
              <a:rPr lang="en-US" altLang="ko-K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600" b="1" dirty="0">
                <a:solidFill>
                  <a:srgbClr val="000080"/>
                </a:solidFill>
                <a:latin typeface="Consolas" panose="020B0609020204030204" pitchFamily="49" charset="0"/>
              </a:rPr>
              <a:t>DATETIME</a:t>
            </a:r>
            <a:r>
              <a:rPr lang="en-US" altLang="ko-K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600" b="1" dirty="0">
                <a:solidFill>
                  <a:srgbClr val="800000"/>
                </a:solidFill>
                <a:latin typeface="Consolas" panose="020B0609020204030204" pitchFamily="49" charset="0"/>
              </a:rPr>
              <a:t>NULL</a:t>
            </a:r>
            <a:r>
              <a:rPr lang="en-US" altLang="ko-K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COMMENT </a:t>
            </a:r>
            <a:r>
              <a:rPr lang="en-US" altLang="ko-KR" sz="1600" b="1" dirty="0">
                <a:solidFill>
                  <a:srgbClr val="008000"/>
                </a:solidFill>
                <a:latin typeface="Consolas" panose="020B0609020204030204" pitchFamily="49" charset="0"/>
              </a:rPr>
              <a:t>'</a:t>
            </a:r>
            <a:r>
              <a:rPr lang="ko-KR" altLang="en-US" sz="1600" b="1" dirty="0">
                <a:solidFill>
                  <a:srgbClr val="008000"/>
                </a:solidFill>
                <a:latin typeface="Consolas" panose="020B0609020204030204" pitchFamily="49" charset="0"/>
              </a:rPr>
              <a:t>최종수정시점</a:t>
            </a:r>
            <a:r>
              <a:rPr lang="en-US" altLang="ko-KR" sz="1600" b="1" dirty="0">
                <a:solidFill>
                  <a:srgbClr val="008000"/>
                </a:solidFill>
                <a:latin typeface="Consolas" panose="020B0609020204030204" pitchFamily="49" charset="0"/>
              </a:rPr>
              <a:t>'</a:t>
            </a:r>
            <a:r>
              <a:rPr lang="en-US" altLang="ko-KR" sz="1600" b="1" dirty="0">
                <a:solidFill>
                  <a:srgbClr val="FF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altLang="ko-KR" sz="1600" b="1" dirty="0">
                <a:solidFill>
                  <a:srgbClr val="800000"/>
                </a:solidFill>
                <a:latin typeface="Consolas" panose="020B0609020204030204" pitchFamily="49" charset="0"/>
              </a:rPr>
              <a:t>ALTER</a:t>
            </a:r>
            <a:r>
              <a:rPr lang="en-US" altLang="ko-K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600" b="1" dirty="0">
                <a:solidFill>
                  <a:srgbClr val="800000"/>
                </a:solidFill>
                <a:latin typeface="Consolas" panose="020B0609020204030204" pitchFamily="49" charset="0"/>
              </a:rPr>
              <a:t>TABLE</a:t>
            </a:r>
            <a:r>
              <a:rPr lang="en-US" altLang="ko-K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BOARD </a:t>
            </a:r>
            <a:r>
              <a:rPr lang="en-US" altLang="ko-KR" sz="1600" b="1" dirty="0">
                <a:solidFill>
                  <a:srgbClr val="800000"/>
                </a:solidFill>
                <a:latin typeface="Consolas" panose="020B0609020204030204" pitchFamily="49" charset="0"/>
              </a:rPr>
              <a:t>CHANGE</a:t>
            </a:r>
            <a:r>
              <a:rPr lang="en-US" altLang="ko-K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600" b="1" dirty="0">
                <a:solidFill>
                  <a:srgbClr val="800000"/>
                </a:solidFill>
                <a:latin typeface="Consolas" panose="020B0609020204030204" pitchFamily="49" charset="0"/>
              </a:rPr>
              <a:t>COLUMN</a:t>
            </a:r>
            <a:r>
              <a:rPr lang="en-US" altLang="ko-K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LAST_UPDUSR_ID </a:t>
            </a:r>
            <a:r>
              <a:rPr lang="en-US" altLang="ko-K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LAST_UPDUSR_ID</a:t>
            </a:r>
            <a:r>
              <a:rPr lang="en-US" altLang="ko-K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600" b="1" dirty="0">
                <a:solidFill>
                  <a:srgbClr val="000080"/>
                </a:solidFill>
                <a:latin typeface="Consolas" panose="020B0609020204030204" pitchFamily="49" charset="0"/>
              </a:rPr>
              <a:t>VARCHAR</a:t>
            </a:r>
            <a:r>
              <a:rPr lang="en-US" altLang="ko-K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ko-KR" sz="1600" b="1" dirty="0">
                <a:solidFill>
                  <a:srgbClr val="0000FF"/>
                </a:solidFill>
                <a:latin typeface="Consolas" panose="020B0609020204030204" pitchFamily="49" charset="0"/>
              </a:rPr>
              <a:t>20</a:t>
            </a:r>
            <a:r>
              <a:rPr lang="en-US" altLang="ko-K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  <a:r>
              <a:rPr lang="en-US" altLang="ko-KR" sz="1600" b="1" dirty="0">
                <a:solidFill>
                  <a:srgbClr val="800000"/>
                </a:solidFill>
                <a:latin typeface="Consolas" panose="020B0609020204030204" pitchFamily="49" charset="0"/>
              </a:rPr>
              <a:t>NULL</a:t>
            </a:r>
            <a:r>
              <a:rPr lang="en-US" altLang="ko-K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COMMENT </a:t>
            </a:r>
            <a:r>
              <a:rPr lang="en-US" altLang="ko-KR" sz="1600" b="1" dirty="0">
                <a:solidFill>
                  <a:srgbClr val="008000"/>
                </a:solidFill>
                <a:latin typeface="Consolas" panose="020B0609020204030204" pitchFamily="49" charset="0"/>
              </a:rPr>
              <a:t>'</a:t>
            </a:r>
            <a:r>
              <a:rPr lang="ko-KR" altLang="en-US" sz="1600" b="1" dirty="0">
                <a:solidFill>
                  <a:srgbClr val="008000"/>
                </a:solidFill>
                <a:latin typeface="Consolas" panose="020B0609020204030204" pitchFamily="49" charset="0"/>
              </a:rPr>
              <a:t>최종수정자</a:t>
            </a:r>
            <a:r>
              <a:rPr lang="en-US" altLang="ko-KR" sz="1600" b="1" dirty="0">
                <a:solidFill>
                  <a:srgbClr val="008000"/>
                </a:solidFill>
                <a:latin typeface="Consolas" panose="020B0609020204030204" pitchFamily="49" charset="0"/>
              </a:rPr>
              <a:t>ID'</a:t>
            </a:r>
            <a:r>
              <a:rPr lang="en-US" altLang="ko-KR" sz="1600" b="1" dirty="0">
                <a:solidFill>
                  <a:srgbClr val="FF0000"/>
                </a:solidFill>
                <a:latin typeface="Consolas" panose="020B0609020204030204" pitchFamily="49" charset="0"/>
              </a:rPr>
              <a:t>;</a:t>
            </a:r>
            <a:endParaRPr lang="ko-KR" altLang="en-US" sz="1600" dirty="0"/>
          </a:p>
        </p:txBody>
      </p:sp>
    </p:spTree>
    <p:extLst>
      <p:ext uri="{BB962C8B-B14F-4D97-AF65-F5344CB8AC3E}">
        <p14:creationId xmlns:p14="http://schemas.microsoft.com/office/powerpoint/2010/main" val="39170523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CFC9608-76BF-4470-BE77-795EDFF01B06}"/>
              </a:ext>
            </a:extLst>
          </p:cNvPr>
          <p:cNvSpPr txBox="1"/>
          <p:nvPr/>
        </p:nvSpPr>
        <p:spPr>
          <a:xfrm>
            <a:off x="-53173" y="1562304"/>
            <a:ext cx="14726339" cy="42473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&lt;!-- BOARD START--&gt;          </a:t>
            </a:r>
          </a:p>
          <a:p>
            <a:r>
              <a:rPr lang="en-US" altLang="ko-KR" dirty="0"/>
              <a:t>    &lt;bean name="</a:t>
            </a:r>
            <a:r>
              <a:rPr lang="en-US" altLang="ko-KR" dirty="0" err="1"/>
              <a:t>egovBoardIdGnrService</a:t>
            </a:r>
            <a:r>
              <a:rPr lang="en-US" altLang="ko-KR" dirty="0"/>
              <a:t>" class="</a:t>
            </a:r>
            <a:r>
              <a:rPr lang="en-US" altLang="ko-KR" dirty="0" err="1"/>
              <a:t>org.egovframe.rte.fdl.idgnr.impl.EgovTableIdGnrServiceImpl</a:t>
            </a:r>
            <a:r>
              <a:rPr lang="en-US" altLang="ko-KR" dirty="0"/>
              <a:t>" destroy-method="destroy"&gt;</a:t>
            </a:r>
          </a:p>
          <a:p>
            <a:r>
              <a:rPr lang="en-US" altLang="ko-KR" dirty="0"/>
              <a:t>        &lt;property name="</a:t>
            </a:r>
            <a:r>
              <a:rPr lang="en-US" altLang="ko-KR" dirty="0" err="1"/>
              <a:t>dataSource</a:t>
            </a:r>
            <a:r>
              <a:rPr lang="en-US" altLang="ko-KR" dirty="0"/>
              <a:t>" ref="</a:t>
            </a:r>
            <a:r>
              <a:rPr lang="en-US" altLang="ko-KR" dirty="0" err="1"/>
              <a:t>egov.dataSource</a:t>
            </a:r>
            <a:r>
              <a:rPr lang="en-US" altLang="ko-KR" dirty="0"/>
              <a:t>" /&gt;</a:t>
            </a:r>
          </a:p>
          <a:p>
            <a:r>
              <a:rPr lang="en-US" altLang="ko-KR" dirty="0"/>
              <a:t>        &lt;property name="strategy"   ref="</a:t>
            </a:r>
            <a:r>
              <a:rPr lang="en-US" altLang="ko-KR" dirty="0" err="1"/>
              <a:t>boardStrategy</a:t>
            </a:r>
            <a:r>
              <a:rPr lang="en-US" altLang="ko-KR" dirty="0"/>
              <a:t>" /&gt;</a:t>
            </a:r>
          </a:p>
          <a:p>
            <a:r>
              <a:rPr lang="en-US" altLang="ko-KR" dirty="0"/>
              <a:t>        &lt;property name="</a:t>
            </a:r>
            <a:r>
              <a:rPr lang="en-US" altLang="ko-KR" dirty="0" err="1"/>
              <a:t>blockSize</a:t>
            </a:r>
            <a:r>
              <a:rPr lang="en-US" altLang="ko-KR" dirty="0"/>
              <a:t>"  value="10"/&gt;</a:t>
            </a:r>
          </a:p>
          <a:p>
            <a:r>
              <a:rPr lang="en-US" altLang="ko-KR" dirty="0"/>
              <a:t>        &lt;property name="table"      value="IDS"/&gt;</a:t>
            </a:r>
          </a:p>
          <a:p>
            <a:r>
              <a:rPr lang="en-US" altLang="ko-KR" dirty="0"/>
              <a:t>        &lt;property name="</a:t>
            </a:r>
            <a:r>
              <a:rPr lang="en-US" altLang="ko-KR" dirty="0" err="1"/>
              <a:t>tableName</a:t>
            </a:r>
            <a:r>
              <a:rPr lang="en-US" altLang="ko-KR" dirty="0"/>
              <a:t>"  value="BOARD_ID"/&gt;</a:t>
            </a:r>
          </a:p>
          <a:p>
            <a:r>
              <a:rPr lang="en-US" altLang="ko-KR" dirty="0"/>
              <a:t>    &lt;/bean&gt;</a:t>
            </a:r>
          </a:p>
          <a:p>
            <a:endParaRPr lang="en-US" altLang="ko-KR" dirty="0"/>
          </a:p>
          <a:p>
            <a:r>
              <a:rPr lang="en-US" altLang="ko-KR" dirty="0"/>
              <a:t>    &lt;bean name="</a:t>
            </a:r>
            <a:r>
              <a:rPr lang="en-US" altLang="ko-KR" dirty="0" err="1"/>
              <a:t>boardStrategy</a:t>
            </a:r>
            <a:r>
              <a:rPr lang="en-US" altLang="ko-KR" dirty="0"/>
              <a:t>" class="org.egovframe.rte.fdl.idgnr.impl.strategy.EgovIdGnrStrategyImpl"&gt;</a:t>
            </a:r>
          </a:p>
          <a:p>
            <a:r>
              <a:rPr lang="en-US" altLang="ko-KR" dirty="0"/>
              <a:t>        &lt;property name="prefix" value="BOARD_" /&gt;</a:t>
            </a:r>
          </a:p>
          <a:p>
            <a:r>
              <a:rPr lang="en-US" altLang="ko-KR" dirty="0"/>
              <a:t>        &lt;property name="</a:t>
            </a:r>
            <a:r>
              <a:rPr lang="en-US" altLang="ko-KR" dirty="0" err="1"/>
              <a:t>cipers</a:t>
            </a:r>
            <a:r>
              <a:rPr lang="en-US" altLang="ko-KR" dirty="0"/>
              <a:t>" value="14" /&gt;</a:t>
            </a:r>
          </a:p>
          <a:p>
            <a:r>
              <a:rPr lang="en-US" altLang="ko-KR" dirty="0"/>
              <a:t>        &lt;property name="</a:t>
            </a:r>
            <a:r>
              <a:rPr lang="en-US" altLang="ko-KR" dirty="0" err="1"/>
              <a:t>fillChar</a:t>
            </a:r>
            <a:r>
              <a:rPr lang="en-US" altLang="ko-KR" dirty="0"/>
              <a:t>" value="0" /&gt;</a:t>
            </a:r>
          </a:p>
          <a:p>
            <a:r>
              <a:rPr lang="en-US" altLang="ko-KR" dirty="0"/>
              <a:t>    &lt;/bean&gt;   </a:t>
            </a:r>
          </a:p>
          <a:p>
            <a:r>
              <a:rPr lang="en-US" altLang="ko-KR" dirty="0"/>
              <a:t>    &lt;!-- BOARD END--&gt;</a:t>
            </a:r>
            <a:endParaRPr lang="ko-KR" altLang="en-US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2409F5A9-120D-4B2C-B91E-C6FEC1496B59}"/>
              </a:ext>
            </a:extLst>
          </p:cNvPr>
          <p:cNvSpPr/>
          <p:nvPr/>
        </p:nvSpPr>
        <p:spPr>
          <a:xfrm>
            <a:off x="264880" y="286765"/>
            <a:ext cx="6096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ko-KR" b="1" dirty="0">
                <a:solidFill>
                  <a:srgbClr val="800000"/>
                </a:solidFill>
                <a:latin typeface="Consolas" panose="020B0609020204030204" pitchFamily="49" charset="0"/>
              </a:rPr>
              <a:t>INSERT</a:t>
            </a:r>
            <a:r>
              <a:rPr lang="en-US" altLang="ko-KR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ko-KR" b="1" dirty="0">
                <a:solidFill>
                  <a:srgbClr val="800000"/>
                </a:solidFill>
                <a:latin typeface="Consolas" panose="020B0609020204030204" pitchFamily="49" charset="0"/>
              </a:rPr>
              <a:t>INTO</a:t>
            </a:r>
            <a:r>
              <a:rPr lang="en-US" altLang="ko-KR" b="1" dirty="0">
                <a:solidFill>
                  <a:srgbClr val="000000"/>
                </a:solidFill>
                <a:latin typeface="Consolas" panose="020B0609020204030204" pitchFamily="49" charset="0"/>
              </a:rPr>
              <a:t> ids</a:t>
            </a:r>
          </a:p>
          <a:p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</a:rPr>
              <a:t>(TABLE_NAME, NEXT_ID)</a:t>
            </a:r>
          </a:p>
          <a:p>
            <a:r>
              <a:rPr lang="en-US" altLang="ko-KR" b="1" dirty="0">
                <a:solidFill>
                  <a:srgbClr val="800000"/>
                </a:solidFill>
                <a:latin typeface="Consolas" panose="020B0609020204030204" pitchFamily="49" charset="0"/>
              </a:rPr>
              <a:t>VALUES</a:t>
            </a:r>
            <a:r>
              <a:rPr lang="en-US" altLang="ko-KR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ko-KR" b="1" dirty="0">
                <a:solidFill>
                  <a:srgbClr val="008000"/>
                </a:solidFill>
                <a:latin typeface="Consolas" panose="020B0609020204030204" pitchFamily="49" charset="0"/>
              </a:rPr>
              <a:t>'BOARD_ID'</a:t>
            </a:r>
            <a:r>
              <a:rPr lang="en-US" altLang="ko-KR" b="1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altLang="ko-KR" b="1" dirty="0">
                <a:solidFill>
                  <a:srgbClr val="0000FF"/>
                </a:solidFill>
                <a:latin typeface="Consolas" panose="020B0609020204030204" pitchFamily="49" charset="0"/>
              </a:rPr>
              <a:t>1</a:t>
            </a:r>
            <a:r>
              <a:rPr lang="en-US" altLang="ko-KR" b="1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r>
              <a:rPr lang="en-US" altLang="ko-KR" b="1" dirty="0">
                <a:solidFill>
                  <a:srgbClr val="FF0000"/>
                </a:solidFill>
                <a:latin typeface="Consolas" panose="020B0609020204030204" pitchFamily="49" charset="0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1094293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CE999E79-D5CD-1893-31C2-D9F2106717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774" y="266114"/>
            <a:ext cx="2573456" cy="525194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96CDF719-DB25-68BD-CF38-85A7C8F2A6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566" y="1071487"/>
            <a:ext cx="4342086" cy="226959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B18B7266-215E-AAC7-B993-57D08568983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30796" y="436093"/>
            <a:ext cx="2371112" cy="367264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8D0F1A4-781C-DFD3-18A4-8BA81FFE9D60}"/>
              </a:ext>
            </a:extLst>
          </p:cNvPr>
          <p:cNvSpPr txBox="1"/>
          <p:nvPr/>
        </p:nvSpPr>
        <p:spPr>
          <a:xfrm>
            <a:off x="518566" y="4278923"/>
            <a:ext cx="39016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Header, Footer </a:t>
            </a:r>
            <a:r>
              <a:rPr lang="ko-KR" altLang="en-US" dirty="0"/>
              <a:t>작업 및 리소스 적용</a:t>
            </a:r>
          </a:p>
        </p:txBody>
      </p:sp>
    </p:spTree>
    <p:extLst>
      <p:ext uri="{BB962C8B-B14F-4D97-AF65-F5344CB8AC3E}">
        <p14:creationId xmlns:p14="http://schemas.microsoft.com/office/powerpoint/2010/main" val="19390337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613B1DB0-D7AF-4306-8636-184BE9F582F2}"/>
              </a:ext>
            </a:extLst>
          </p:cNvPr>
          <p:cNvSpPr/>
          <p:nvPr/>
        </p:nvSpPr>
        <p:spPr>
          <a:xfrm>
            <a:off x="4568889" y="245401"/>
            <a:ext cx="3091544" cy="646330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ko-KR" b="1" dirty="0">
                <a:solidFill>
                  <a:srgbClr val="800000"/>
                </a:solidFill>
                <a:latin typeface="Consolas" panose="020B0609020204030204" pitchFamily="49" charset="0"/>
              </a:rPr>
              <a:t>INSERT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ko-KR" b="1" dirty="0">
                <a:solidFill>
                  <a:srgbClr val="800000"/>
                </a:solidFill>
                <a:latin typeface="Consolas" panose="020B0609020204030204" pitchFamily="49" charset="0"/>
              </a:rPr>
              <a:t>INTO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</a:rPr>
              <a:t> BOARD (</a:t>
            </a:r>
          </a:p>
          <a:p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</a:rPr>
              <a:t>BOARD_ID </a:t>
            </a:r>
          </a:p>
          <a:p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</a:rPr>
              <a:t>, BOARD_SJ </a:t>
            </a:r>
          </a:p>
          <a:p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</a:rPr>
              <a:t>, INQIRE_CO </a:t>
            </a:r>
          </a:p>
          <a:p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</a:rPr>
              <a:t>, NOTICE_AT </a:t>
            </a:r>
          </a:p>
          <a:p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</a:rPr>
              <a:t>, OTHBC_AT </a:t>
            </a:r>
          </a:p>
          <a:p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</a:rPr>
              <a:t>, USE_AT </a:t>
            </a:r>
          </a:p>
          <a:p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</a:rPr>
              <a:t>, FRST_REGIST_PNTTM </a:t>
            </a:r>
          </a:p>
          <a:p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</a:rPr>
              <a:t>, FRST_REGISTER_ID</a:t>
            </a:r>
          </a:p>
          <a:p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</a:rPr>
              <a:t>, LAST_UPDT_PNTTM </a:t>
            </a:r>
          </a:p>
          <a:p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</a:rPr>
              <a:t>, LAST_UPDUSR_ID </a:t>
            </a:r>
          </a:p>
          <a:p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  <a:r>
              <a:rPr lang="en-US" altLang="ko-KR" b="1" dirty="0">
                <a:solidFill>
                  <a:srgbClr val="800000"/>
                </a:solidFill>
                <a:latin typeface="Consolas" panose="020B0609020204030204" pitchFamily="49" charset="0"/>
              </a:rPr>
              <a:t>VALUES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</a:p>
          <a:p>
            <a:r>
              <a:rPr lang="en-US" altLang="ko-KR" dirty="0">
                <a:solidFill>
                  <a:srgbClr val="008000"/>
                </a:solidFill>
                <a:latin typeface="Consolas" panose="020B0609020204030204" pitchFamily="49" charset="0"/>
              </a:rPr>
              <a:t>'BOARD_X0000000000002'</a:t>
            </a:r>
            <a:endParaRPr lang="en-US" altLang="ko-KR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altLang="ko-KR" dirty="0">
                <a:solidFill>
                  <a:srgbClr val="008000"/>
                </a:solidFill>
                <a:latin typeface="Consolas" panose="020B0609020204030204" pitchFamily="49" charset="0"/>
              </a:rPr>
              <a:t>'</a:t>
            </a:r>
            <a:r>
              <a:rPr lang="ko-KR" altLang="en-US" dirty="0">
                <a:solidFill>
                  <a:srgbClr val="008000"/>
                </a:solidFill>
                <a:latin typeface="Consolas" panose="020B0609020204030204" pitchFamily="49" charset="0"/>
              </a:rPr>
              <a:t>제목</a:t>
            </a:r>
            <a:r>
              <a:rPr lang="en-US" altLang="ko-KR" dirty="0">
                <a:solidFill>
                  <a:srgbClr val="008000"/>
                </a:solidFill>
                <a:latin typeface="Consolas" panose="020B0609020204030204" pitchFamily="49" charset="0"/>
              </a:rPr>
              <a:t>2'</a:t>
            </a:r>
            <a:endParaRPr lang="ko-KR" alt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altLang="ko-KR" dirty="0">
                <a:solidFill>
                  <a:srgbClr val="0000FF"/>
                </a:solidFill>
                <a:latin typeface="Consolas" panose="020B0609020204030204" pitchFamily="49" charset="0"/>
              </a:rPr>
              <a:t>0</a:t>
            </a:r>
            <a:endParaRPr lang="ko-KR" alt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altLang="ko-KR" dirty="0">
                <a:solidFill>
                  <a:srgbClr val="008000"/>
                </a:solidFill>
                <a:latin typeface="Consolas" panose="020B0609020204030204" pitchFamily="49" charset="0"/>
              </a:rPr>
              <a:t>'N'</a:t>
            </a:r>
            <a:endParaRPr lang="en-US" altLang="ko-KR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altLang="ko-KR" dirty="0">
                <a:solidFill>
                  <a:srgbClr val="008000"/>
                </a:solidFill>
                <a:latin typeface="Consolas" panose="020B0609020204030204" pitchFamily="49" charset="0"/>
              </a:rPr>
              <a:t>'N'</a:t>
            </a:r>
            <a:endParaRPr lang="en-US" altLang="ko-KR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altLang="ko-KR" dirty="0">
                <a:solidFill>
                  <a:srgbClr val="008000"/>
                </a:solidFill>
                <a:latin typeface="Consolas" panose="020B0609020204030204" pitchFamily="49" charset="0"/>
              </a:rPr>
              <a:t>'Y'</a:t>
            </a:r>
            <a:endParaRPr lang="en-US" altLang="ko-KR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altLang="ko-KR" b="1" dirty="0">
                <a:solidFill>
                  <a:srgbClr val="000080"/>
                </a:solidFill>
                <a:latin typeface="Consolas" panose="020B0609020204030204" pitchFamily="49" charset="0"/>
              </a:rPr>
              <a:t>NOW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</a:rPr>
              <a:t>()</a:t>
            </a:r>
          </a:p>
          <a:p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altLang="ko-KR" dirty="0">
                <a:solidFill>
                  <a:srgbClr val="008000"/>
                </a:solidFill>
                <a:latin typeface="Consolas" panose="020B0609020204030204" pitchFamily="49" charset="0"/>
              </a:rPr>
              <a:t>'admin'</a:t>
            </a:r>
            <a:endParaRPr lang="en-US" altLang="ko-KR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altLang="ko-KR" b="1" dirty="0">
                <a:solidFill>
                  <a:srgbClr val="000080"/>
                </a:solidFill>
                <a:latin typeface="Consolas" panose="020B0609020204030204" pitchFamily="49" charset="0"/>
              </a:rPr>
              <a:t>NOW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</a:rPr>
              <a:t>()</a:t>
            </a:r>
          </a:p>
          <a:p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altLang="ko-KR" dirty="0">
                <a:solidFill>
                  <a:srgbClr val="008000"/>
                </a:solidFill>
                <a:latin typeface="Consolas" panose="020B0609020204030204" pitchFamily="49" charset="0"/>
              </a:rPr>
              <a:t>'admin'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</a:p>
          <a:p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DC7994F7-9017-43DF-ACDB-334C18366795}"/>
              </a:ext>
            </a:extLst>
          </p:cNvPr>
          <p:cNvSpPr/>
          <p:nvPr/>
        </p:nvSpPr>
        <p:spPr>
          <a:xfrm>
            <a:off x="612710" y="281321"/>
            <a:ext cx="2970245" cy="646330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ko-KR" b="1" dirty="0">
                <a:solidFill>
                  <a:srgbClr val="800000"/>
                </a:solidFill>
                <a:latin typeface="Consolas" panose="020B0609020204030204" pitchFamily="49" charset="0"/>
              </a:rPr>
              <a:t>INSERT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ko-KR" b="1" dirty="0">
                <a:solidFill>
                  <a:srgbClr val="800000"/>
                </a:solidFill>
                <a:latin typeface="Consolas" panose="020B0609020204030204" pitchFamily="49" charset="0"/>
              </a:rPr>
              <a:t>INTO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</a:rPr>
              <a:t> BOARD (</a:t>
            </a:r>
          </a:p>
          <a:p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</a:rPr>
              <a:t>BOARD_ID </a:t>
            </a:r>
          </a:p>
          <a:p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</a:rPr>
              <a:t>, BOARD_SJ </a:t>
            </a:r>
          </a:p>
          <a:p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</a:rPr>
              <a:t>, INQIRE_CO </a:t>
            </a:r>
          </a:p>
          <a:p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</a:rPr>
              <a:t>, NOTICE_AT </a:t>
            </a:r>
          </a:p>
          <a:p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</a:rPr>
              <a:t>, OTHBC_AT </a:t>
            </a:r>
          </a:p>
          <a:p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</a:rPr>
              <a:t>, USE_AT </a:t>
            </a:r>
          </a:p>
          <a:p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</a:rPr>
              <a:t>, FRST_REGIST_PNTTM </a:t>
            </a:r>
          </a:p>
          <a:p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</a:rPr>
              <a:t>, FRST_REGISTER_ID</a:t>
            </a:r>
          </a:p>
          <a:p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</a:rPr>
              <a:t>, LAST_UPDT_PNTTM </a:t>
            </a:r>
          </a:p>
          <a:p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</a:rPr>
              <a:t>, LAST_UPDUSR_ID </a:t>
            </a:r>
          </a:p>
          <a:p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  <a:r>
              <a:rPr lang="en-US" altLang="ko-KR" b="1" dirty="0">
                <a:solidFill>
                  <a:srgbClr val="800000"/>
                </a:solidFill>
                <a:latin typeface="Consolas" panose="020B0609020204030204" pitchFamily="49" charset="0"/>
              </a:rPr>
              <a:t>VALUES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</a:p>
          <a:p>
            <a:r>
              <a:rPr lang="en-US" altLang="ko-KR" dirty="0">
                <a:solidFill>
                  <a:srgbClr val="008000"/>
                </a:solidFill>
                <a:latin typeface="Consolas" panose="020B0609020204030204" pitchFamily="49" charset="0"/>
              </a:rPr>
              <a:t>'BOARD_X0000000000001'</a:t>
            </a:r>
            <a:endParaRPr lang="en-US" altLang="ko-KR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altLang="ko-KR" dirty="0">
                <a:solidFill>
                  <a:srgbClr val="008000"/>
                </a:solidFill>
                <a:latin typeface="Consolas" panose="020B0609020204030204" pitchFamily="49" charset="0"/>
              </a:rPr>
              <a:t>'</a:t>
            </a:r>
            <a:r>
              <a:rPr lang="ko-KR" altLang="en-US" dirty="0">
                <a:solidFill>
                  <a:srgbClr val="008000"/>
                </a:solidFill>
                <a:latin typeface="Consolas" panose="020B0609020204030204" pitchFamily="49" charset="0"/>
              </a:rPr>
              <a:t>제목</a:t>
            </a:r>
            <a:r>
              <a:rPr lang="en-US" altLang="ko-KR" dirty="0">
                <a:solidFill>
                  <a:srgbClr val="008000"/>
                </a:solidFill>
                <a:latin typeface="Consolas" panose="020B0609020204030204" pitchFamily="49" charset="0"/>
              </a:rPr>
              <a:t>1'</a:t>
            </a:r>
            <a:endParaRPr lang="ko-KR" alt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altLang="ko-KR" dirty="0">
                <a:solidFill>
                  <a:srgbClr val="0000FF"/>
                </a:solidFill>
                <a:latin typeface="Consolas" panose="020B0609020204030204" pitchFamily="49" charset="0"/>
              </a:rPr>
              <a:t>0</a:t>
            </a:r>
            <a:endParaRPr lang="ko-KR" alt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altLang="ko-KR" dirty="0">
                <a:solidFill>
                  <a:srgbClr val="008000"/>
                </a:solidFill>
                <a:latin typeface="Consolas" panose="020B0609020204030204" pitchFamily="49" charset="0"/>
              </a:rPr>
              <a:t>'Y'</a:t>
            </a:r>
            <a:endParaRPr lang="en-US" altLang="ko-KR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altLang="ko-KR" dirty="0">
                <a:solidFill>
                  <a:srgbClr val="008000"/>
                </a:solidFill>
                <a:latin typeface="Consolas" panose="020B0609020204030204" pitchFamily="49" charset="0"/>
              </a:rPr>
              <a:t>'Y'</a:t>
            </a:r>
            <a:endParaRPr lang="en-US" altLang="ko-KR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altLang="ko-KR" dirty="0">
                <a:solidFill>
                  <a:srgbClr val="008000"/>
                </a:solidFill>
                <a:latin typeface="Consolas" panose="020B0609020204030204" pitchFamily="49" charset="0"/>
              </a:rPr>
              <a:t>'Y'</a:t>
            </a:r>
            <a:endParaRPr lang="en-US" altLang="ko-KR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altLang="ko-KR" b="1" dirty="0">
                <a:solidFill>
                  <a:srgbClr val="000080"/>
                </a:solidFill>
                <a:latin typeface="Consolas" panose="020B0609020204030204" pitchFamily="49" charset="0"/>
              </a:rPr>
              <a:t>NOW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</a:rPr>
              <a:t>()</a:t>
            </a:r>
          </a:p>
          <a:p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altLang="ko-KR" dirty="0">
                <a:solidFill>
                  <a:srgbClr val="008000"/>
                </a:solidFill>
                <a:latin typeface="Consolas" panose="020B0609020204030204" pitchFamily="49" charset="0"/>
              </a:rPr>
              <a:t>'admin'</a:t>
            </a:r>
            <a:endParaRPr lang="en-US" altLang="ko-KR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altLang="ko-KR" b="1" dirty="0">
                <a:solidFill>
                  <a:srgbClr val="000080"/>
                </a:solidFill>
                <a:latin typeface="Consolas" panose="020B0609020204030204" pitchFamily="49" charset="0"/>
              </a:rPr>
              <a:t>NOW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</a:rPr>
              <a:t>()</a:t>
            </a:r>
          </a:p>
          <a:p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altLang="ko-KR" dirty="0">
                <a:solidFill>
                  <a:srgbClr val="008000"/>
                </a:solidFill>
                <a:latin typeface="Consolas" panose="020B0609020204030204" pitchFamily="49" charset="0"/>
              </a:rPr>
              <a:t>'admin'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</a:p>
          <a:p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13D68328-9BA4-44AA-9EF7-CDFEE631E27D}"/>
              </a:ext>
            </a:extLst>
          </p:cNvPr>
          <p:cNvSpPr/>
          <p:nvPr/>
        </p:nvSpPr>
        <p:spPr>
          <a:xfrm>
            <a:off x="8910735" y="197346"/>
            <a:ext cx="2970245" cy="646330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ko-KR" b="1" dirty="0">
                <a:solidFill>
                  <a:srgbClr val="800000"/>
                </a:solidFill>
                <a:latin typeface="Consolas" panose="020B0609020204030204" pitchFamily="49" charset="0"/>
              </a:rPr>
              <a:t>INSERT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ko-KR" b="1" dirty="0">
                <a:solidFill>
                  <a:srgbClr val="800000"/>
                </a:solidFill>
                <a:latin typeface="Consolas" panose="020B0609020204030204" pitchFamily="49" charset="0"/>
              </a:rPr>
              <a:t>INTO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</a:rPr>
              <a:t> BOARD (</a:t>
            </a:r>
          </a:p>
          <a:p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</a:rPr>
              <a:t>BOARD_ID </a:t>
            </a:r>
          </a:p>
          <a:p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</a:rPr>
              <a:t>, BOARD_SJ </a:t>
            </a:r>
          </a:p>
          <a:p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</a:rPr>
              <a:t>, INQIRE_CO </a:t>
            </a:r>
          </a:p>
          <a:p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</a:rPr>
              <a:t>, NOTICE_AT </a:t>
            </a:r>
          </a:p>
          <a:p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</a:rPr>
              <a:t>, OTHBC_AT </a:t>
            </a:r>
          </a:p>
          <a:p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</a:rPr>
              <a:t>, USE_AT </a:t>
            </a:r>
          </a:p>
          <a:p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</a:rPr>
              <a:t>, FRST_REGIST_PNTTM </a:t>
            </a:r>
          </a:p>
          <a:p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</a:rPr>
              <a:t>, FRST_REGISTER_ID</a:t>
            </a:r>
          </a:p>
          <a:p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</a:rPr>
              <a:t>, LAST_UPDT_PNTTM </a:t>
            </a:r>
          </a:p>
          <a:p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</a:rPr>
              <a:t>, LAST_UPDUSR_ID </a:t>
            </a:r>
          </a:p>
          <a:p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  <a:r>
              <a:rPr lang="en-US" altLang="ko-KR" b="1" dirty="0">
                <a:solidFill>
                  <a:srgbClr val="800000"/>
                </a:solidFill>
                <a:latin typeface="Consolas" panose="020B0609020204030204" pitchFamily="49" charset="0"/>
              </a:rPr>
              <a:t>VALUES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</a:p>
          <a:p>
            <a:r>
              <a:rPr lang="en-US" altLang="ko-KR" dirty="0">
                <a:solidFill>
                  <a:srgbClr val="008000"/>
                </a:solidFill>
                <a:latin typeface="Consolas" panose="020B0609020204030204" pitchFamily="49" charset="0"/>
              </a:rPr>
              <a:t>'BOARD_X0000000000003'</a:t>
            </a:r>
            <a:endParaRPr lang="en-US" altLang="ko-KR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altLang="ko-KR" dirty="0">
                <a:solidFill>
                  <a:srgbClr val="008000"/>
                </a:solidFill>
                <a:latin typeface="Consolas" panose="020B0609020204030204" pitchFamily="49" charset="0"/>
              </a:rPr>
              <a:t>'</a:t>
            </a:r>
            <a:r>
              <a:rPr lang="ko-KR" altLang="en-US" dirty="0">
                <a:solidFill>
                  <a:srgbClr val="008000"/>
                </a:solidFill>
                <a:latin typeface="Consolas" panose="020B0609020204030204" pitchFamily="49" charset="0"/>
              </a:rPr>
              <a:t>제목</a:t>
            </a:r>
            <a:r>
              <a:rPr lang="en-US" altLang="ko-KR" dirty="0">
                <a:solidFill>
                  <a:srgbClr val="008000"/>
                </a:solidFill>
                <a:latin typeface="Consolas" panose="020B0609020204030204" pitchFamily="49" charset="0"/>
              </a:rPr>
              <a:t>3'</a:t>
            </a:r>
            <a:endParaRPr lang="ko-KR" alt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altLang="ko-KR" dirty="0">
                <a:solidFill>
                  <a:srgbClr val="0000FF"/>
                </a:solidFill>
                <a:latin typeface="Consolas" panose="020B0609020204030204" pitchFamily="49" charset="0"/>
              </a:rPr>
              <a:t>0</a:t>
            </a:r>
            <a:endParaRPr lang="ko-KR" alt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altLang="ko-KR" dirty="0">
                <a:solidFill>
                  <a:srgbClr val="008000"/>
                </a:solidFill>
                <a:latin typeface="Consolas" panose="020B0609020204030204" pitchFamily="49" charset="0"/>
              </a:rPr>
              <a:t>'Y'</a:t>
            </a:r>
            <a:endParaRPr lang="en-US" altLang="ko-KR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altLang="ko-KR" dirty="0">
                <a:solidFill>
                  <a:srgbClr val="008000"/>
                </a:solidFill>
                <a:latin typeface="Consolas" panose="020B0609020204030204" pitchFamily="49" charset="0"/>
              </a:rPr>
              <a:t>'N'</a:t>
            </a:r>
            <a:endParaRPr lang="en-US" altLang="ko-KR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altLang="ko-KR" dirty="0">
                <a:solidFill>
                  <a:srgbClr val="008000"/>
                </a:solidFill>
                <a:latin typeface="Consolas" panose="020B0609020204030204" pitchFamily="49" charset="0"/>
              </a:rPr>
              <a:t>'Y'</a:t>
            </a:r>
            <a:endParaRPr lang="en-US" altLang="ko-KR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altLang="ko-KR" b="1" dirty="0">
                <a:solidFill>
                  <a:srgbClr val="000080"/>
                </a:solidFill>
                <a:latin typeface="Consolas" panose="020B0609020204030204" pitchFamily="49" charset="0"/>
              </a:rPr>
              <a:t>NOW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</a:rPr>
              <a:t>()</a:t>
            </a:r>
          </a:p>
          <a:p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altLang="ko-KR" dirty="0">
                <a:solidFill>
                  <a:srgbClr val="008000"/>
                </a:solidFill>
                <a:latin typeface="Consolas" panose="020B0609020204030204" pitchFamily="49" charset="0"/>
              </a:rPr>
              <a:t>'admin'</a:t>
            </a:r>
            <a:endParaRPr lang="en-US" altLang="ko-KR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altLang="ko-KR" b="1" dirty="0">
                <a:solidFill>
                  <a:srgbClr val="000080"/>
                </a:solidFill>
                <a:latin typeface="Consolas" panose="020B0609020204030204" pitchFamily="49" charset="0"/>
              </a:rPr>
              <a:t>NOW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</a:rPr>
              <a:t>()</a:t>
            </a:r>
          </a:p>
          <a:p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altLang="ko-KR" dirty="0">
                <a:solidFill>
                  <a:srgbClr val="008000"/>
                </a:solidFill>
                <a:latin typeface="Consolas" panose="020B0609020204030204" pitchFamily="49" charset="0"/>
              </a:rPr>
              <a:t>'admin'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</a:p>
          <a:p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557293D-2B26-BCFA-BB4C-1EA99AE76632}"/>
              </a:ext>
            </a:extLst>
          </p:cNvPr>
          <p:cNvSpPr txBox="1"/>
          <p:nvPr/>
        </p:nvSpPr>
        <p:spPr>
          <a:xfrm>
            <a:off x="0" y="-7808"/>
            <a:ext cx="28200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목록 작업 후 데이터 확인</a:t>
            </a:r>
          </a:p>
        </p:txBody>
      </p:sp>
    </p:spTree>
    <p:extLst>
      <p:ext uri="{BB962C8B-B14F-4D97-AF65-F5344CB8AC3E}">
        <p14:creationId xmlns:p14="http://schemas.microsoft.com/office/powerpoint/2010/main" val="30737799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30F24C-B908-BFB6-8EF5-5299DE3BC4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F20E1E0-ECA9-3267-9630-87D2A03AC36B}"/>
              </a:ext>
            </a:extLst>
          </p:cNvPr>
          <p:cNvSpPr txBox="1"/>
          <p:nvPr/>
        </p:nvSpPr>
        <p:spPr>
          <a:xfrm>
            <a:off x="205154" y="81185"/>
            <a:ext cx="28706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u="sng" dirty="0" err="1"/>
              <a:t>ImagePaginationRenderer</a:t>
            </a: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51F250D5-A242-A33F-A75B-5CF40FA74F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627" y="735621"/>
            <a:ext cx="11344047" cy="192551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48BFB77-8CF8-B371-F7AC-B2F677B43A06}"/>
              </a:ext>
            </a:extLst>
          </p:cNvPr>
          <p:cNvSpPr txBox="1"/>
          <p:nvPr/>
        </p:nvSpPr>
        <p:spPr>
          <a:xfrm>
            <a:off x="416169" y="3229708"/>
            <a:ext cx="35125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err="1"/>
              <a:t>기존꺼</a:t>
            </a:r>
            <a:r>
              <a:rPr lang="ko-KR" altLang="en-US" dirty="0"/>
              <a:t> 주석처리 후 신규로 생성</a:t>
            </a:r>
          </a:p>
        </p:txBody>
      </p:sp>
    </p:spTree>
    <p:extLst>
      <p:ext uri="{BB962C8B-B14F-4D97-AF65-F5344CB8AC3E}">
        <p14:creationId xmlns:p14="http://schemas.microsoft.com/office/powerpoint/2010/main" val="34152211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4E9F0D-C538-7991-25AD-47DCB908CC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5B8DA014-A6D5-0337-DAE1-7817A2627DAF}"/>
              </a:ext>
            </a:extLst>
          </p:cNvPr>
          <p:cNvSpPr txBox="1"/>
          <p:nvPr/>
        </p:nvSpPr>
        <p:spPr>
          <a:xfrm>
            <a:off x="451276" y="3059668"/>
            <a:ext cx="20938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err="1"/>
              <a:t>index.</a:t>
            </a:r>
            <a:r>
              <a:rPr lang="en-US" altLang="ko-KR" err="1"/>
              <a:t>jsp</a:t>
            </a:r>
            <a:r>
              <a:rPr lang="en-US" altLang="ko-KR" dirty="0"/>
              <a:t> </a:t>
            </a:r>
            <a:r>
              <a:rPr lang="ko-KR" altLang="en-US" dirty="0"/>
              <a:t>경로수정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CCD5FF85-C1BE-809D-FCCF-586699E799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576" y="450517"/>
            <a:ext cx="1304769" cy="305621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CFDF55BD-DB87-8105-239F-D257BF4852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1276" y="910294"/>
            <a:ext cx="4644680" cy="1973583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541A28E-418D-50DE-6B56-1E0604AD2207}"/>
              </a:ext>
            </a:extLst>
          </p:cNvPr>
          <p:cNvSpPr txBox="1"/>
          <p:nvPr/>
        </p:nvSpPr>
        <p:spPr>
          <a:xfrm>
            <a:off x="205154" y="81185"/>
            <a:ext cx="28200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/>
              <a:t>목록 페이지 작업 후 변경</a:t>
            </a:r>
          </a:p>
        </p:txBody>
      </p:sp>
    </p:spTree>
    <p:extLst>
      <p:ext uri="{BB962C8B-B14F-4D97-AF65-F5344CB8AC3E}">
        <p14:creationId xmlns:p14="http://schemas.microsoft.com/office/powerpoint/2010/main" val="17201797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7B8C459A-E5EE-4AFC-B2A6-9EBF1567E627}"/>
              </a:ext>
            </a:extLst>
          </p:cNvPr>
          <p:cNvSpPr/>
          <p:nvPr/>
        </p:nvSpPr>
        <p:spPr>
          <a:xfrm>
            <a:off x="284921" y="329728"/>
            <a:ext cx="6096000" cy="674030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ko-KR" b="1" dirty="0">
                <a:solidFill>
                  <a:srgbClr val="800000"/>
                </a:solidFill>
                <a:latin typeface="Consolas" panose="020B0609020204030204" pitchFamily="49" charset="0"/>
              </a:rPr>
              <a:t>INSERT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ko-KR" b="1" dirty="0">
                <a:solidFill>
                  <a:srgbClr val="800000"/>
                </a:solidFill>
                <a:latin typeface="Consolas" panose="020B0609020204030204" pitchFamily="49" charset="0"/>
              </a:rPr>
              <a:t>INTO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ko-KR" dirty="0" err="1">
                <a:solidFill>
                  <a:srgbClr val="000000"/>
                </a:solidFill>
                <a:latin typeface="Consolas" panose="020B0609020204030204" pitchFamily="49" charset="0"/>
              </a:rPr>
              <a:t>lettnemplyrinfo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</a:p>
          <a:p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</a:rPr>
              <a:t>EMPLYR_ID</a:t>
            </a:r>
          </a:p>
          <a:p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</a:rPr>
              <a:t>, ORGNZT_ID</a:t>
            </a:r>
          </a:p>
          <a:p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</a:rPr>
              <a:t>, USER_NM</a:t>
            </a:r>
          </a:p>
          <a:p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</a:rPr>
              <a:t>, PASSWORD</a:t>
            </a:r>
          </a:p>
          <a:p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</a:rPr>
              <a:t>, GROUP_ID</a:t>
            </a:r>
          </a:p>
          <a:p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</a:rPr>
              <a:t>, PSTINST_CODE</a:t>
            </a:r>
          </a:p>
          <a:p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</a:rPr>
              <a:t>, EMPLYR_STTUS_CODE</a:t>
            </a:r>
          </a:p>
          <a:p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</a:rPr>
              <a:t>, ESNTL_ID</a:t>
            </a:r>
          </a:p>
          <a:p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</a:rPr>
              <a:t>, PASSWORD_HINT</a:t>
            </a:r>
          </a:p>
          <a:p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</a:rPr>
              <a:t>, PASSWORD_CNSR</a:t>
            </a:r>
          </a:p>
          <a:p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  <a:r>
              <a:rPr lang="en-US" altLang="ko-KR" b="1" dirty="0">
                <a:solidFill>
                  <a:srgbClr val="800000"/>
                </a:solidFill>
                <a:latin typeface="Consolas" panose="020B0609020204030204" pitchFamily="49" charset="0"/>
              </a:rPr>
              <a:t>SELECT</a:t>
            </a:r>
            <a:endParaRPr lang="en-US" altLang="ko-KR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altLang="ko-KR" dirty="0">
                <a:solidFill>
                  <a:srgbClr val="008000"/>
                </a:solidFill>
                <a:latin typeface="Consolas" panose="020B0609020204030204" pitchFamily="49" charset="0"/>
              </a:rPr>
              <a:t>'user1'</a:t>
            </a:r>
            <a:endParaRPr lang="en-US" altLang="ko-KR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</a:rPr>
              <a:t>, ORGNZT_ID</a:t>
            </a:r>
          </a:p>
          <a:p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altLang="ko-KR" dirty="0">
                <a:solidFill>
                  <a:srgbClr val="008000"/>
                </a:solidFill>
                <a:latin typeface="Consolas" panose="020B0609020204030204" pitchFamily="49" charset="0"/>
              </a:rPr>
              <a:t>'</a:t>
            </a:r>
            <a:r>
              <a:rPr lang="ko-KR" altLang="en-US" dirty="0">
                <a:solidFill>
                  <a:srgbClr val="008000"/>
                </a:solidFill>
                <a:latin typeface="Consolas" panose="020B0609020204030204" pitchFamily="49" charset="0"/>
              </a:rPr>
              <a:t>사용자</a:t>
            </a:r>
            <a:r>
              <a:rPr lang="en-US" altLang="ko-KR" dirty="0">
                <a:solidFill>
                  <a:srgbClr val="008000"/>
                </a:solidFill>
                <a:latin typeface="Consolas" panose="020B0609020204030204" pitchFamily="49" charset="0"/>
              </a:rPr>
              <a:t>1'</a:t>
            </a:r>
            <a:endParaRPr lang="ko-KR" alt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</a:rPr>
              <a:t>, PASSWORD</a:t>
            </a:r>
          </a:p>
          <a:p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</a:rPr>
              <a:t>, GROUP_ID</a:t>
            </a:r>
          </a:p>
          <a:p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</a:rPr>
              <a:t>, PSTINST_CODE</a:t>
            </a:r>
          </a:p>
          <a:p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</a:rPr>
              <a:t>, EMPLYR_STTUS_CODE</a:t>
            </a:r>
          </a:p>
          <a:p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altLang="ko-KR" dirty="0">
                <a:solidFill>
                  <a:srgbClr val="008000"/>
                </a:solidFill>
                <a:latin typeface="Consolas" panose="020B0609020204030204" pitchFamily="49" charset="0"/>
              </a:rPr>
              <a:t>'USRCNFRM_00000000001'</a:t>
            </a:r>
            <a:endParaRPr lang="en-US" altLang="ko-KR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altLang="ko-KR" dirty="0">
                <a:solidFill>
                  <a:srgbClr val="008000"/>
                </a:solidFill>
                <a:latin typeface="Consolas" panose="020B0609020204030204" pitchFamily="49" charset="0"/>
              </a:rPr>
              <a:t>'</a:t>
            </a:r>
            <a:r>
              <a:rPr lang="ko-KR" altLang="en-US" dirty="0">
                <a:solidFill>
                  <a:srgbClr val="008000"/>
                </a:solidFill>
                <a:latin typeface="Consolas" panose="020B0609020204030204" pitchFamily="49" charset="0"/>
              </a:rPr>
              <a:t>비밀번호 힌트</a:t>
            </a:r>
            <a:r>
              <a:rPr lang="en-US" altLang="ko-KR" dirty="0">
                <a:solidFill>
                  <a:srgbClr val="008000"/>
                </a:solidFill>
                <a:latin typeface="Consolas" panose="020B0609020204030204" pitchFamily="49" charset="0"/>
              </a:rPr>
              <a:t>'</a:t>
            </a:r>
            <a:endParaRPr lang="ko-KR" alt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altLang="ko-KR" dirty="0">
                <a:solidFill>
                  <a:srgbClr val="008000"/>
                </a:solidFill>
                <a:latin typeface="Consolas" panose="020B0609020204030204" pitchFamily="49" charset="0"/>
              </a:rPr>
              <a:t>'</a:t>
            </a:r>
            <a:r>
              <a:rPr lang="ko-KR" altLang="en-US" dirty="0">
                <a:solidFill>
                  <a:srgbClr val="008000"/>
                </a:solidFill>
                <a:latin typeface="Consolas" panose="020B0609020204030204" pitchFamily="49" charset="0"/>
              </a:rPr>
              <a:t>비밀번호 답</a:t>
            </a:r>
            <a:r>
              <a:rPr lang="en-US" altLang="ko-KR" dirty="0">
                <a:solidFill>
                  <a:srgbClr val="008000"/>
                </a:solidFill>
                <a:latin typeface="Consolas" panose="020B0609020204030204" pitchFamily="49" charset="0"/>
              </a:rPr>
              <a:t>'</a:t>
            </a:r>
            <a:endParaRPr lang="ko-KR" alt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altLang="ko-KR" b="1" dirty="0">
                <a:solidFill>
                  <a:srgbClr val="800000"/>
                </a:solidFill>
                <a:latin typeface="Consolas" panose="020B0609020204030204" pitchFamily="49" charset="0"/>
              </a:rPr>
              <a:t>FROM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ko-KR" dirty="0" err="1">
                <a:solidFill>
                  <a:srgbClr val="000000"/>
                </a:solidFill>
                <a:latin typeface="Consolas" panose="020B0609020204030204" pitchFamily="49" charset="0"/>
              </a:rPr>
              <a:t>lettnemplyrinfo</a:t>
            </a:r>
            <a:endParaRPr lang="en-US" altLang="ko-KR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altLang="ko-KR" b="1" dirty="0">
                <a:solidFill>
                  <a:srgbClr val="800000"/>
                </a:solidFill>
                <a:latin typeface="Consolas" panose="020B0609020204030204" pitchFamily="49" charset="0"/>
              </a:rPr>
              <a:t>WHERE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</a:rPr>
              <a:t> EMPLYR_ID = </a:t>
            </a:r>
            <a:r>
              <a:rPr lang="en-US" altLang="ko-KR" dirty="0">
                <a:solidFill>
                  <a:srgbClr val="008000"/>
                </a:solidFill>
                <a:latin typeface="Consolas" panose="020B0609020204030204" pitchFamily="49" charset="0"/>
              </a:rPr>
              <a:t>'admin'</a:t>
            </a:r>
            <a:endParaRPr lang="en-US" altLang="ko-KR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AE78EDEC-18F4-4A7C-9BCA-5CFAD2FC05B7}"/>
              </a:ext>
            </a:extLst>
          </p:cNvPr>
          <p:cNvSpPr/>
          <p:nvPr/>
        </p:nvSpPr>
        <p:spPr>
          <a:xfrm>
            <a:off x="6186188" y="270881"/>
            <a:ext cx="6096000" cy="674030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ko-KR" b="1" dirty="0">
                <a:solidFill>
                  <a:srgbClr val="800000"/>
                </a:solidFill>
                <a:latin typeface="Consolas" panose="020B0609020204030204" pitchFamily="49" charset="0"/>
              </a:rPr>
              <a:t>INSERT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ko-KR" b="1" dirty="0">
                <a:solidFill>
                  <a:srgbClr val="800000"/>
                </a:solidFill>
                <a:latin typeface="Consolas" panose="020B0609020204030204" pitchFamily="49" charset="0"/>
              </a:rPr>
              <a:t>INTO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ko-KR" dirty="0" err="1">
                <a:solidFill>
                  <a:srgbClr val="000000"/>
                </a:solidFill>
                <a:latin typeface="Consolas" panose="020B0609020204030204" pitchFamily="49" charset="0"/>
              </a:rPr>
              <a:t>lettnemplyrinfo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</a:p>
          <a:p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</a:rPr>
              <a:t>EMPLYR_ID</a:t>
            </a:r>
          </a:p>
          <a:p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</a:rPr>
              <a:t>, ORGNZT_ID</a:t>
            </a:r>
          </a:p>
          <a:p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</a:rPr>
              <a:t>, USER_NM</a:t>
            </a:r>
          </a:p>
          <a:p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</a:rPr>
              <a:t>, PASSWORD</a:t>
            </a:r>
          </a:p>
          <a:p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</a:rPr>
              <a:t>, GROUP_ID</a:t>
            </a:r>
          </a:p>
          <a:p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</a:rPr>
              <a:t>, PSTINST_CODE</a:t>
            </a:r>
          </a:p>
          <a:p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</a:rPr>
              <a:t>, EMPLYR_STTUS_CODE</a:t>
            </a:r>
          </a:p>
          <a:p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</a:rPr>
              <a:t>, ESNTL_ID</a:t>
            </a:r>
          </a:p>
          <a:p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</a:rPr>
              <a:t>, PASSWORD_HINT</a:t>
            </a:r>
          </a:p>
          <a:p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</a:rPr>
              <a:t>, PASSWORD_CNSR</a:t>
            </a:r>
          </a:p>
          <a:p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  <a:r>
              <a:rPr lang="en-US" altLang="ko-KR" b="1" dirty="0">
                <a:solidFill>
                  <a:srgbClr val="800000"/>
                </a:solidFill>
                <a:latin typeface="Consolas" panose="020B0609020204030204" pitchFamily="49" charset="0"/>
              </a:rPr>
              <a:t>SELECT</a:t>
            </a:r>
            <a:endParaRPr lang="en-US" altLang="ko-KR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altLang="ko-KR" dirty="0">
                <a:solidFill>
                  <a:srgbClr val="008000"/>
                </a:solidFill>
                <a:latin typeface="Consolas" panose="020B0609020204030204" pitchFamily="49" charset="0"/>
              </a:rPr>
              <a:t>'user2'</a:t>
            </a:r>
            <a:endParaRPr lang="en-US" altLang="ko-KR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</a:rPr>
              <a:t>, ORGNZT_ID</a:t>
            </a:r>
          </a:p>
          <a:p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altLang="ko-KR" dirty="0">
                <a:solidFill>
                  <a:srgbClr val="008000"/>
                </a:solidFill>
                <a:latin typeface="Consolas" panose="020B0609020204030204" pitchFamily="49" charset="0"/>
              </a:rPr>
              <a:t>'</a:t>
            </a:r>
            <a:r>
              <a:rPr lang="ko-KR" altLang="en-US" dirty="0">
                <a:solidFill>
                  <a:srgbClr val="008000"/>
                </a:solidFill>
                <a:latin typeface="Consolas" panose="020B0609020204030204" pitchFamily="49" charset="0"/>
              </a:rPr>
              <a:t>사용자</a:t>
            </a:r>
            <a:r>
              <a:rPr lang="en-US" altLang="ko-KR" dirty="0">
                <a:solidFill>
                  <a:srgbClr val="008000"/>
                </a:solidFill>
                <a:latin typeface="Consolas" panose="020B0609020204030204" pitchFamily="49" charset="0"/>
              </a:rPr>
              <a:t>2'</a:t>
            </a:r>
            <a:endParaRPr lang="ko-KR" alt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</a:rPr>
              <a:t>, PASSWORD</a:t>
            </a:r>
          </a:p>
          <a:p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</a:rPr>
              <a:t>, GROUP_ID</a:t>
            </a:r>
          </a:p>
          <a:p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</a:rPr>
              <a:t>, PSTINST_CODE</a:t>
            </a:r>
          </a:p>
          <a:p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</a:rPr>
              <a:t>, EMPLYR_STTUS_CODE</a:t>
            </a:r>
          </a:p>
          <a:p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altLang="ko-KR" dirty="0">
                <a:solidFill>
                  <a:srgbClr val="008000"/>
                </a:solidFill>
                <a:latin typeface="Consolas" panose="020B0609020204030204" pitchFamily="49" charset="0"/>
              </a:rPr>
              <a:t>'USRCNFRM_00000000002'</a:t>
            </a:r>
            <a:endParaRPr lang="en-US" altLang="ko-KR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altLang="ko-KR" dirty="0">
                <a:solidFill>
                  <a:srgbClr val="008000"/>
                </a:solidFill>
                <a:latin typeface="Consolas" panose="020B0609020204030204" pitchFamily="49" charset="0"/>
              </a:rPr>
              <a:t>'</a:t>
            </a:r>
            <a:r>
              <a:rPr lang="ko-KR" altLang="en-US" dirty="0">
                <a:solidFill>
                  <a:srgbClr val="008000"/>
                </a:solidFill>
                <a:latin typeface="Consolas" panose="020B0609020204030204" pitchFamily="49" charset="0"/>
              </a:rPr>
              <a:t>비밀번호 힌트</a:t>
            </a:r>
            <a:r>
              <a:rPr lang="en-US" altLang="ko-KR" dirty="0">
                <a:solidFill>
                  <a:srgbClr val="008000"/>
                </a:solidFill>
                <a:latin typeface="Consolas" panose="020B0609020204030204" pitchFamily="49" charset="0"/>
              </a:rPr>
              <a:t>'</a:t>
            </a:r>
            <a:endParaRPr lang="ko-KR" alt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altLang="ko-KR" dirty="0">
                <a:solidFill>
                  <a:srgbClr val="008000"/>
                </a:solidFill>
                <a:latin typeface="Consolas" panose="020B0609020204030204" pitchFamily="49" charset="0"/>
              </a:rPr>
              <a:t>'</a:t>
            </a:r>
            <a:r>
              <a:rPr lang="ko-KR" altLang="en-US" dirty="0">
                <a:solidFill>
                  <a:srgbClr val="008000"/>
                </a:solidFill>
                <a:latin typeface="Consolas" panose="020B0609020204030204" pitchFamily="49" charset="0"/>
              </a:rPr>
              <a:t>비밀번호 답</a:t>
            </a:r>
            <a:r>
              <a:rPr lang="en-US" altLang="ko-KR" dirty="0">
                <a:solidFill>
                  <a:srgbClr val="008000"/>
                </a:solidFill>
                <a:latin typeface="Consolas" panose="020B0609020204030204" pitchFamily="49" charset="0"/>
              </a:rPr>
              <a:t>'</a:t>
            </a:r>
            <a:endParaRPr lang="ko-KR" alt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altLang="ko-KR" b="1" dirty="0">
                <a:solidFill>
                  <a:srgbClr val="800000"/>
                </a:solidFill>
                <a:latin typeface="Consolas" panose="020B0609020204030204" pitchFamily="49" charset="0"/>
              </a:rPr>
              <a:t>FROM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ko-KR" dirty="0" err="1">
                <a:solidFill>
                  <a:srgbClr val="000000"/>
                </a:solidFill>
                <a:latin typeface="Consolas" panose="020B0609020204030204" pitchFamily="49" charset="0"/>
              </a:rPr>
              <a:t>lettnemplyrinfo</a:t>
            </a:r>
            <a:endParaRPr lang="en-US" altLang="ko-KR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altLang="ko-KR" b="1" dirty="0">
                <a:solidFill>
                  <a:srgbClr val="800000"/>
                </a:solidFill>
                <a:latin typeface="Consolas" panose="020B0609020204030204" pitchFamily="49" charset="0"/>
              </a:rPr>
              <a:t>WHERE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</a:rPr>
              <a:t> EMPLYR_ID = </a:t>
            </a:r>
            <a:r>
              <a:rPr lang="en-US" altLang="ko-KR" dirty="0">
                <a:solidFill>
                  <a:srgbClr val="008000"/>
                </a:solidFill>
                <a:latin typeface="Consolas" panose="020B0609020204030204" pitchFamily="49" charset="0"/>
              </a:rPr>
              <a:t>'admin'</a:t>
            </a:r>
            <a:endParaRPr lang="en-US" altLang="ko-KR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9E2B37C-ECB7-39C3-40B1-3A72EC6B991B}"/>
              </a:ext>
            </a:extLst>
          </p:cNvPr>
          <p:cNvSpPr txBox="1"/>
          <p:nvPr/>
        </p:nvSpPr>
        <p:spPr>
          <a:xfrm>
            <a:off x="0" y="0"/>
            <a:ext cx="62889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비밀 글 확인 용</a:t>
            </a:r>
            <a:r>
              <a:rPr lang="en-US" altLang="ko-KR" dirty="0"/>
              <a:t>(</a:t>
            </a:r>
            <a:r>
              <a:rPr lang="ko-KR" altLang="en-US" dirty="0"/>
              <a:t>등록 후 로그인하면서 암호를 변경해야 함</a:t>
            </a:r>
            <a:r>
              <a:rPr lang="en-US" altLang="ko-KR" dirty="0"/>
              <a:t>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782605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D193544B-F7A6-460D-9D74-59150F6B79FE}"/>
              </a:ext>
            </a:extLst>
          </p:cNvPr>
          <p:cNvSpPr/>
          <p:nvPr/>
        </p:nvSpPr>
        <p:spPr>
          <a:xfrm>
            <a:off x="242596" y="2646601"/>
            <a:ext cx="8789437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dirty="0"/>
              <a:t>&lt;entry key="</a:t>
            </a:r>
            <a:r>
              <a:rPr lang="en-US" altLang="ko-KR" dirty="0" err="1"/>
              <a:t>board.fileStorePath</a:t>
            </a:r>
            <a:r>
              <a:rPr lang="en-US" altLang="ko-KR" dirty="0"/>
              <a:t>" value="${</a:t>
            </a:r>
            <a:r>
              <a:rPr lang="en-US" altLang="ko-KR" dirty="0" err="1"/>
              <a:t>Globals.File</a:t>
            </a:r>
            <a:r>
              <a:rPr lang="en-US" altLang="ko-KR" dirty="0"/>
              <a:t>}/upload/board/"/&gt;</a:t>
            </a:r>
          </a:p>
          <a:p>
            <a:r>
              <a:rPr lang="en-US" altLang="ko-KR" dirty="0"/>
              <a:t>	        	</a:t>
            </a:r>
          </a:p>
          <a:p>
            <a:r>
              <a:rPr lang="en-US" altLang="ko-KR" dirty="0"/>
              <a:t>&lt;entry key="</a:t>
            </a:r>
            <a:r>
              <a:rPr lang="en-US" altLang="ko-KR" dirty="0" err="1"/>
              <a:t>photoThumbWidth</a:t>
            </a:r>
            <a:r>
              <a:rPr lang="en-US" altLang="ko-KR" dirty="0"/>
              <a:t>" value="200"/&gt;</a:t>
            </a:r>
          </a:p>
          <a:p>
            <a:r>
              <a:rPr lang="en-US" altLang="ko-KR" dirty="0"/>
              <a:t>&lt;entry key="</a:t>
            </a:r>
            <a:r>
              <a:rPr lang="en-US" altLang="ko-KR" dirty="0" err="1"/>
              <a:t>photoThumbHeight</a:t>
            </a:r>
            <a:r>
              <a:rPr lang="en-US" altLang="ko-KR" dirty="0"/>
              <a:t>" value="140"/&gt;</a:t>
            </a:r>
            <a:endParaRPr lang="ko-KR" altLang="en-US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AB950C89-21C1-4B97-BF2C-B1BD37B6AB5B}"/>
              </a:ext>
            </a:extLst>
          </p:cNvPr>
          <p:cNvSpPr/>
          <p:nvPr/>
        </p:nvSpPr>
        <p:spPr>
          <a:xfrm>
            <a:off x="321690" y="2171311"/>
            <a:ext cx="25165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dirty="0"/>
              <a:t>context-properties.xml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3CD21D11-4DAF-4BDC-BA2E-E60796072085}"/>
              </a:ext>
            </a:extLst>
          </p:cNvPr>
          <p:cNvSpPr/>
          <p:nvPr/>
        </p:nvSpPr>
        <p:spPr>
          <a:xfrm>
            <a:off x="242596" y="1189651"/>
            <a:ext cx="1194940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300" dirty="0"/>
              <a:t># file</a:t>
            </a:r>
            <a:r>
              <a:rPr lang="ko-KR" altLang="en-US" sz="1300" dirty="0"/>
              <a:t>경로</a:t>
            </a:r>
          </a:p>
          <a:p>
            <a:r>
              <a:rPr lang="en-US" altLang="ko-KR" sz="1300" dirty="0" err="1"/>
              <a:t>Globals.File</a:t>
            </a:r>
            <a:r>
              <a:rPr lang="en-US" altLang="ko-KR" sz="1300" dirty="0"/>
              <a:t> = D:/JAVA_PROJECTS/kopo/2023/homepage/workspace/.metadata/.plugins/org.eclipse.wst.server.core/tmp0/wtpwebapps/homepage2023</a:t>
            </a:r>
            <a:endParaRPr lang="ko-KR" altLang="en-US" sz="1300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D7FF9E9C-6C6C-48F1-9D41-37F1EC5E5365}"/>
              </a:ext>
            </a:extLst>
          </p:cNvPr>
          <p:cNvSpPr/>
          <p:nvPr/>
        </p:nvSpPr>
        <p:spPr>
          <a:xfrm>
            <a:off x="242596" y="743728"/>
            <a:ext cx="204325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dirty="0" err="1"/>
              <a:t>globals.properties</a:t>
            </a:r>
            <a:endParaRPr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D5A9697-DF95-45D5-9FC5-0A77B881FC2C}"/>
              </a:ext>
            </a:extLst>
          </p:cNvPr>
          <p:cNvSpPr txBox="1"/>
          <p:nvPr/>
        </p:nvSpPr>
        <p:spPr>
          <a:xfrm>
            <a:off x="321690" y="225144"/>
            <a:ext cx="26869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* </a:t>
            </a:r>
            <a:r>
              <a:rPr lang="ko-KR" altLang="en-US" dirty="0"/>
              <a:t>첨부파일 작업 시 진행</a:t>
            </a:r>
          </a:p>
        </p:txBody>
      </p:sp>
    </p:spTree>
    <p:extLst>
      <p:ext uri="{BB962C8B-B14F-4D97-AF65-F5344CB8AC3E}">
        <p14:creationId xmlns:p14="http://schemas.microsoft.com/office/powerpoint/2010/main" val="21726831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566</TotalTime>
  <Words>1198</Words>
  <Application>Microsoft Office PowerPoint</Application>
  <PresentationFormat>와이드스크린</PresentationFormat>
  <Paragraphs>185</Paragraphs>
  <Slides>10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4" baseType="lpstr">
      <vt:lpstr>맑은 고딕</vt:lpstr>
      <vt:lpstr>Arial</vt:lpstr>
      <vt:lpstr>Consolas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SJ</dc:creator>
  <cp:lastModifiedBy>성진 문</cp:lastModifiedBy>
  <cp:revision>31</cp:revision>
  <dcterms:created xsi:type="dcterms:W3CDTF">2021-08-31T12:05:11Z</dcterms:created>
  <dcterms:modified xsi:type="dcterms:W3CDTF">2026-05-12T12:16:18Z</dcterms:modified>
</cp:coreProperties>
</file>